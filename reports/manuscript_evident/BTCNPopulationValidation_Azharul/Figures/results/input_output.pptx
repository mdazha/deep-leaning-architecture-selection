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2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1A54B-6A9D-C81E-55C9-109B3875D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50AB2-4B36-6A3D-61E2-F8BDFC3FB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2A156-C5F3-66AD-72ED-2E184FD31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7C22C-1F22-3DB0-D27B-24C5EEBD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1FCCD-D1C2-8E18-8D6B-EB8E722D6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5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9D17-7A31-FB60-C2B4-9AD04B25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1B82D-5EA7-2DC1-89B2-E748CF897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FCB5E-01B8-FBA5-2DC3-AF24A82C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782-61B1-66C4-81A2-86F97A2B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72BCB-BF18-EBB9-5056-B30C7691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8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57E5-CD4E-0D94-CD43-27B84D9A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56771-5139-5286-F2AA-915D91DAA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B1B41-EB48-8026-C586-D81D9FBCB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935AD-0820-9981-AC85-0ECFC7B9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00FD-6E1C-50D5-FED8-476394CB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81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5B77D-82CA-96FA-D645-96B0DA65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1B6FB-4C4B-2C07-DB26-7C0C838FE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879EF-2BB7-C33A-0398-EE8B7544F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C283C-3A22-AA3B-A53D-16801BE0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3983-16AE-DE92-104E-6B3E4AE4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A03F3-848C-419F-85ED-E0EF1DD0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1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3166-1663-64F6-E98A-EA76F61FB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D5EB1-7649-E1A3-9AA2-4B6063E16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386DB-C17D-8938-1C32-038B01DB9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0CEA2A-A738-DEFD-5FB5-18C88CFD5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AA670-0988-581A-D618-F8FA42AA2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6396E7-3788-F31A-0A09-C6A4234FD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A7DE4B-397B-13C0-6A7B-5FF9E0E8B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0BD3C-20F6-CEA0-0CED-2CF4FDEC6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50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AC42-2144-C622-E84D-06594295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87799-B7C8-4E6A-C157-F4D643F2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11AF6-00C9-FB02-78E0-F80622DF3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98C79-247A-2089-00B2-FFC470AB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5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7180C-9705-7E8D-B6F9-951D3FA2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72086-311D-67EE-EA59-C2EBA36C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B6345-3CC6-AABD-359E-96524E75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1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FFAC-65EC-1265-3F47-006225B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C7092-725F-BCD3-AD96-64AE93312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2D658-D159-D2F0-F8D1-DB053F535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6B908-76E6-E220-8717-FDFC0757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411A6-1528-2ECF-6C63-7F6B28A4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98592-EE8F-533D-B2AC-FD06FC257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22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68E6-1302-9C9B-48AB-C5A7ACB07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472C9D-A7E7-C6C7-619D-03F98AE6A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9D808-A306-2B67-4FD7-60F2B5AFE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CDD4D-D346-3FCF-6EF8-30707D0D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73C51-C93D-CE26-7B9A-E0B5C265F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43B40-6D3C-3CCB-3A6C-28472EE7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8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B482-629B-D031-2145-81755817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796F3-3871-C9C8-8C94-3749A8278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8CC59-1746-C931-5FEC-B5751D05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D976E-C679-E680-C935-1436005D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46E67-35E1-4D3F-CC66-3EF2165D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905D4-36EB-00B3-ADC1-BCDDB17B1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E8B23-6116-75CD-8AA3-02CE7F3EE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19388-663E-1CFE-4D65-D8F04CBA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94587-FC43-3A8C-6EAB-4FA41010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C017A-8ED6-B8A8-7D62-4515AFC02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8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F88E3-CA76-BD17-2BD6-7DE1CE69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71C88-BE71-7774-FDD9-553ED82AA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B4710-CF94-E53E-EF24-E7919A2E2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027C2-A30C-EE4D-9895-89AAEA62925A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74A7B-93B0-4E18-7876-390067BDF6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2420D-B288-DE0F-A8F5-2229D799A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A7ACE-0B0C-ED47-BF64-02E95591F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0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1F9E98-2B83-E194-4DA1-F7B212523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58339"/>
            <a:ext cx="6096000" cy="498195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B18CA2-BFF6-3CF5-1FF0-11A072FE6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009" y="1058339"/>
            <a:ext cx="6002991" cy="49819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23C0C05-7C08-C887-8677-21F65C6A9F37}"/>
              </a:ext>
            </a:extLst>
          </p:cNvPr>
          <p:cNvSpPr/>
          <p:nvPr/>
        </p:nvSpPr>
        <p:spPr>
          <a:xfrm>
            <a:off x="7134728" y="4608095"/>
            <a:ext cx="830177" cy="830178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A01B95-E0F8-C84F-7F35-05A3DC17764D}"/>
              </a:ext>
            </a:extLst>
          </p:cNvPr>
          <p:cNvCxnSpPr>
            <a:cxnSpLocks/>
          </p:cNvCxnSpPr>
          <p:nvPr/>
        </p:nvCxnSpPr>
        <p:spPr>
          <a:xfrm>
            <a:off x="4944979" y="1419726"/>
            <a:ext cx="2189749" cy="3188369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97F427-8753-F83E-80B2-B47761FFA9E3}"/>
              </a:ext>
            </a:extLst>
          </p:cNvPr>
          <p:cNvCxnSpPr>
            <a:cxnSpLocks/>
          </p:cNvCxnSpPr>
          <p:nvPr/>
        </p:nvCxnSpPr>
        <p:spPr>
          <a:xfrm>
            <a:off x="4944979" y="5438273"/>
            <a:ext cx="3019926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8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Azharul Islam</dc:creator>
  <cp:lastModifiedBy>Md Azharul Islam</cp:lastModifiedBy>
  <cp:revision>5</cp:revision>
  <dcterms:created xsi:type="dcterms:W3CDTF">2026-02-15T19:08:07Z</dcterms:created>
  <dcterms:modified xsi:type="dcterms:W3CDTF">2026-03-01T19:27:29Z</dcterms:modified>
</cp:coreProperties>
</file>