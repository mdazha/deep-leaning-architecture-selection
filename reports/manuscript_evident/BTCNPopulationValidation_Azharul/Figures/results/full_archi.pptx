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notesMasterIdLst>
    <p:notesMasterId r:id="rId3"/>
  </p:notesMasterIdLst>
  <p:sldIdLst>
    <p:sldId id="280" r:id="rId2"/>
  </p:sldIdLst>
  <p:sldSz cx="21031200" cy="155448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5DD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5266"/>
    <p:restoredTop sz="97840"/>
  </p:normalViewPr>
  <p:slideViewPr>
    <p:cSldViewPr snapToGrid="0">
      <p:cViewPr varScale="1">
        <p:scale>
          <a:sx n="69" d="100"/>
          <a:sy n="69" d="100"/>
        </p:scale>
        <p:origin x="2416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E03BF3-E957-6E43-9CAE-EFE4337F93C3}" type="datetimeFigureOut">
              <a:rPr lang="en-US" smtClean="0"/>
              <a:t>4/24/26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41438" y="1143000"/>
            <a:ext cx="41751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E40E89-1F7C-BE4D-8CD5-35853AE095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9950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812719" rtl="0" eaLnBrk="1" latinLnBrk="0" hangingPunct="1">
      <a:defRPr sz="1067" kern="1200">
        <a:solidFill>
          <a:schemeClr val="tx1"/>
        </a:solidFill>
        <a:latin typeface="+mn-lt"/>
        <a:ea typeface="+mn-ea"/>
        <a:cs typeface="+mn-cs"/>
      </a:defRPr>
    </a:lvl1pPr>
    <a:lvl2pPr marL="406359" algn="l" defTabSz="812719" rtl="0" eaLnBrk="1" latinLnBrk="0" hangingPunct="1">
      <a:defRPr sz="1067" kern="1200">
        <a:solidFill>
          <a:schemeClr val="tx1"/>
        </a:solidFill>
        <a:latin typeface="+mn-lt"/>
        <a:ea typeface="+mn-ea"/>
        <a:cs typeface="+mn-cs"/>
      </a:defRPr>
    </a:lvl2pPr>
    <a:lvl3pPr marL="812719" algn="l" defTabSz="812719" rtl="0" eaLnBrk="1" latinLnBrk="0" hangingPunct="1">
      <a:defRPr sz="1067" kern="1200">
        <a:solidFill>
          <a:schemeClr val="tx1"/>
        </a:solidFill>
        <a:latin typeface="+mn-lt"/>
        <a:ea typeface="+mn-ea"/>
        <a:cs typeface="+mn-cs"/>
      </a:defRPr>
    </a:lvl3pPr>
    <a:lvl4pPr marL="1219078" algn="l" defTabSz="812719" rtl="0" eaLnBrk="1" latinLnBrk="0" hangingPunct="1">
      <a:defRPr sz="1067" kern="1200">
        <a:solidFill>
          <a:schemeClr val="tx1"/>
        </a:solidFill>
        <a:latin typeface="+mn-lt"/>
        <a:ea typeface="+mn-ea"/>
        <a:cs typeface="+mn-cs"/>
      </a:defRPr>
    </a:lvl4pPr>
    <a:lvl5pPr marL="1625437" algn="l" defTabSz="812719" rtl="0" eaLnBrk="1" latinLnBrk="0" hangingPunct="1">
      <a:defRPr sz="1067" kern="1200">
        <a:solidFill>
          <a:schemeClr val="tx1"/>
        </a:solidFill>
        <a:latin typeface="+mn-lt"/>
        <a:ea typeface="+mn-ea"/>
        <a:cs typeface="+mn-cs"/>
      </a:defRPr>
    </a:lvl5pPr>
    <a:lvl6pPr marL="2031797" algn="l" defTabSz="812719" rtl="0" eaLnBrk="1" latinLnBrk="0" hangingPunct="1">
      <a:defRPr sz="1067" kern="1200">
        <a:solidFill>
          <a:schemeClr val="tx1"/>
        </a:solidFill>
        <a:latin typeface="+mn-lt"/>
        <a:ea typeface="+mn-ea"/>
        <a:cs typeface="+mn-cs"/>
      </a:defRPr>
    </a:lvl6pPr>
    <a:lvl7pPr marL="2438156" algn="l" defTabSz="812719" rtl="0" eaLnBrk="1" latinLnBrk="0" hangingPunct="1">
      <a:defRPr sz="1067" kern="1200">
        <a:solidFill>
          <a:schemeClr val="tx1"/>
        </a:solidFill>
        <a:latin typeface="+mn-lt"/>
        <a:ea typeface="+mn-ea"/>
        <a:cs typeface="+mn-cs"/>
      </a:defRPr>
    </a:lvl7pPr>
    <a:lvl8pPr marL="2844516" algn="l" defTabSz="812719" rtl="0" eaLnBrk="1" latinLnBrk="0" hangingPunct="1">
      <a:defRPr sz="1067" kern="1200">
        <a:solidFill>
          <a:schemeClr val="tx1"/>
        </a:solidFill>
        <a:latin typeface="+mn-lt"/>
        <a:ea typeface="+mn-ea"/>
        <a:cs typeface="+mn-cs"/>
      </a:defRPr>
    </a:lvl8pPr>
    <a:lvl9pPr marL="3250875" algn="l" defTabSz="812719" rtl="0" eaLnBrk="1" latinLnBrk="0" hangingPunct="1">
      <a:defRPr sz="1067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77340" y="2544023"/>
            <a:ext cx="17876520" cy="5411893"/>
          </a:xfrm>
        </p:spPr>
        <p:txBody>
          <a:bodyPr anchor="b"/>
          <a:lstStyle>
            <a:lvl1pPr algn="ctr">
              <a:defRPr sz="1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28900" y="8164619"/>
            <a:ext cx="15773400" cy="3753061"/>
          </a:xfrm>
        </p:spPr>
        <p:txBody>
          <a:bodyPr/>
          <a:lstStyle>
            <a:lvl1pPr marL="0" indent="0" algn="ctr">
              <a:buNone/>
              <a:defRPr sz="5440"/>
            </a:lvl1pPr>
            <a:lvl2pPr marL="1036335" indent="0" algn="ctr">
              <a:buNone/>
              <a:defRPr sz="4533"/>
            </a:lvl2pPr>
            <a:lvl3pPr marL="2072670" indent="0" algn="ctr">
              <a:buNone/>
              <a:defRPr sz="4080"/>
            </a:lvl3pPr>
            <a:lvl4pPr marL="3109006" indent="0" algn="ctr">
              <a:buNone/>
              <a:defRPr sz="3627"/>
            </a:lvl4pPr>
            <a:lvl5pPr marL="4145341" indent="0" algn="ctr">
              <a:buNone/>
              <a:defRPr sz="3627"/>
            </a:lvl5pPr>
            <a:lvl6pPr marL="5181676" indent="0" algn="ctr">
              <a:buNone/>
              <a:defRPr sz="3627"/>
            </a:lvl6pPr>
            <a:lvl7pPr marL="6218011" indent="0" algn="ctr">
              <a:buNone/>
              <a:defRPr sz="3627"/>
            </a:lvl7pPr>
            <a:lvl8pPr marL="7254347" indent="0" algn="ctr">
              <a:buNone/>
              <a:defRPr sz="3627"/>
            </a:lvl8pPr>
            <a:lvl9pPr marL="8290682" indent="0" algn="ctr">
              <a:buNone/>
              <a:defRPr sz="3627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6798D-54C8-0F44-9BAF-2A584371C92C}" type="datetimeFigureOut">
              <a:rPr lang="en-US" smtClean="0"/>
              <a:t>4/24/26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0EEC44-7265-5B45-8A94-85A1182E0D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74965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6798D-54C8-0F44-9BAF-2A584371C92C}" type="datetimeFigureOut">
              <a:rPr lang="en-US" smtClean="0"/>
              <a:t>4/24/26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0EEC44-7265-5B45-8A94-85A1182E0D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17714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4942" y="3875409"/>
            <a:ext cx="18139410" cy="6466204"/>
          </a:xfrm>
        </p:spPr>
        <p:txBody>
          <a:bodyPr anchor="b"/>
          <a:lstStyle>
            <a:lvl1pPr>
              <a:defRPr sz="1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34942" y="10402786"/>
            <a:ext cx="18139410" cy="3400424"/>
          </a:xfrm>
        </p:spPr>
        <p:txBody>
          <a:bodyPr/>
          <a:lstStyle>
            <a:lvl1pPr marL="0" indent="0">
              <a:buNone/>
              <a:defRPr sz="5440">
                <a:solidFill>
                  <a:schemeClr val="tx1"/>
                </a:solidFill>
              </a:defRPr>
            </a:lvl1pPr>
            <a:lvl2pPr marL="1036335" indent="0">
              <a:buNone/>
              <a:defRPr sz="4533">
                <a:solidFill>
                  <a:schemeClr val="tx1">
                    <a:tint val="75000"/>
                  </a:schemeClr>
                </a:solidFill>
              </a:defRPr>
            </a:lvl2pPr>
            <a:lvl3pPr marL="2072670" indent="0">
              <a:buNone/>
              <a:defRPr sz="4080">
                <a:solidFill>
                  <a:schemeClr val="tx1">
                    <a:tint val="75000"/>
                  </a:schemeClr>
                </a:solidFill>
              </a:defRPr>
            </a:lvl3pPr>
            <a:lvl4pPr marL="3109006" indent="0">
              <a:buNone/>
              <a:defRPr sz="3627">
                <a:solidFill>
                  <a:schemeClr val="tx1">
                    <a:tint val="75000"/>
                  </a:schemeClr>
                </a:solidFill>
              </a:defRPr>
            </a:lvl4pPr>
            <a:lvl5pPr marL="4145341" indent="0">
              <a:buNone/>
              <a:defRPr sz="3627">
                <a:solidFill>
                  <a:schemeClr val="tx1">
                    <a:tint val="75000"/>
                  </a:schemeClr>
                </a:solidFill>
              </a:defRPr>
            </a:lvl5pPr>
            <a:lvl6pPr marL="5181676" indent="0">
              <a:buNone/>
              <a:defRPr sz="3627">
                <a:solidFill>
                  <a:schemeClr val="tx1">
                    <a:tint val="75000"/>
                  </a:schemeClr>
                </a:solidFill>
              </a:defRPr>
            </a:lvl6pPr>
            <a:lvl7pPr marL="6218011" indent="0">
              <a:buNone/>
              <a:defRPr sz="3627">
                <a:solidFill>
                  <a:schemeClr val="tx1">
                    <a:tint val="75000"/>
                  </a:schemeClr>
                </a:solidFill>
              </a:defRPr>
            </a:lvl7pPr>
            <a:lvl8pPr marL="7254347" indent="0">
              <a:buNone/>
              <a:defRPr sz="3627">
                <a:solidFill>
                  <a:schemeClr val="tx1">
                    <a:tint val="75000"/>
                  </a:schemeClr>
                </a:solidFill>
              </a:defRPr>
            </a:lvl8pPr>
            <a:lvl9pPr marL="8290682" indent="0">
              <a:buNone/>
              <a:defRPr sz="362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6798D-54C8-0F44-9BAF-2A584371C92C}" type="datetimeFigureOut">
              <a:rPr lang="en-US" smtClean="0"/>
              <a:t>4/24/26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0EEC44-7265-5B45-8A94-85A1182E0D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5347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5895" y="4138083"/>
            <a:ext cx="8938260" cy="98630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47045" y="4138083"/>
            <a:ext cx="8938260" cy="98630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6798D-54C8-0F44-9BAF-2A584371C92C}" type="datetimeFigureOut">
              <a:rPr lang="en-US" smtClean="0"/>
              <a:t>4/24/26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0EEC44-7265-5B45-8A94-85A1182E0D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15019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8634" y="827620"/>
            <a:ext cx="18139410" cy="300460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8637" y="3810636"/>
            <a:ext cx="8897182" cy="1867534"/>
          </a:xfrm>
        </p:spPr>
        <p:txBody>
          <a:bodyPr anchor="b"/>
          <a:lstStyle>
            <a:lvl1pPr marL="0" indent="0">
              <a:buNone/>
              <a:defRPr sz="5440" b="1"/>
            </a:lvl1pPr>
            <a:lvl2pPr marL="1036335" indent="0">
              <a:buNone/>
              <a:defRPr sz="4533" b="1"/>
            </a:lvl2pPr>
            <a:lvl3pPr marL="2072670" indent="0">
              <a:buNone/>
              <a:defRPr sz="4080" b="1"/>
            </a:lvl3pPr>
            <a:lvl4pPr marL="3109006" indent="0">
              <a:buNone/>
              <a:defRPr sz="3627" b="1"/>
            </a:lvl4pPr>
            <a:lvl5pPr marL="4145341" indent="0">
              <a:buNone/>
              <a:defRPr sz="3627" b="1"/>
            </a:lvl5pPr>
            <a:lvl6pPr marL="5181676" indent="0">
              <a:buNone/>
              <a:defRPr sz="3627" b="1"/>
            </a:lvl6pPr>
            <a:lvl7pPr marL="6218011" indent="0">
              <a:buNone/>
              <a:defRPr sz="3627" b="1"/>
            </a:lvl7pPr>
            <a:lvl8pPr marL="7254347" indent="0">
              <a:buNone/>
              <a:defRPr sz="3627" b="1"/>
            </a:lvl8pPr>
            <a:lvl9pPr marL="8290682" indent="0">
              <a:buNone/>
              <a:defRPr sz="362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8637" y="5678170"/>
            <a:ext cx="8897182" cy="83517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0647046" y="3810636"/>
            <a:ext cx="8940999" cy="1867534"/>
          </a:xfrm>
        </p:spPr>
        <p:txBody>
          <a:bodyPr anchor="b"/>
          <a:lstStyle>
            <a:lvl1pPr marL="0" indent="0">
              <a:buNone/>
              <a:defRPr sz="5440" b="1"/>
            </a:lvl1pPr>
            <a:lvl2pPr marL="1036335" indent="0">
              <a:buNone/>
              <a:defRPr sz="4533" b="1"/>
            </a:lvl2pPr>
            <a:lvl3pPr marL="2072670" indent="0">
              <a:buNone/>
              <a:defRPr sz="4080" b="1"/>
            </a:lvl3pPr>
            <a:lvl4pPr marL="3109006" indent="0">
              <a:buNone/>
              <a:defRPr sz="3627" b="1"/>
            </a:lvl4pPr>
            <a:lvl5pPr marL="4145341" indent="0">
              <a:buNone/>
              <a:defRPr sz="3627" b="1"/>
            </a:lvl5pPr>
            <a:lvl6pPr marL="5181676" indent="0">
              <a:buNone/>
              <a:defRPr sz="3627" b="1"/>
            </a:lvl6pPr>
            <a:lvl7pPr marL="6218011" indent="0">
              <a:buNone/>
              <a:defRPr sz="3627" b="1"/>
            </a:lvl7pPr>
            <a:lvl8pPr marL="7254347" indent="0">
              <a:buNone/>
              <a:defRPr sz="3627" b="1"/>
            </a:lvl8pPr>
            <a:lvl9pPr marL="8290682" indent="0">
              <a:buNone/>
              <a:defRPr sz="362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0647046" y="5678170"/>
            <a:ext cx="8940999" cy="83517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6798D-54C8-0F44-9BAF-2A584371C92C}" type="datetimeFigureOut">
              <a:rPr lang="en-US" smtClean="0"/>
              <a:t>4/24/26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0EEC44-7265-5B45-8A94-85A1182E0D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18378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6798D-54C8-0F44-9BAF-2A584371C92C}" type="datetimeFigureOut">
              <a:rPr lang="en-US" smtClean="0"/>
              <a:t>4/24/26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0EEC44-7265-5B45-8A94-85A1182E0D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69360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6798D-54C8-0F44-9BAF-2A584371C92C}" type="datetimeFigureOut">
              <a:rPr lang="en-US" smtClean="0"/>
              <a:t>4/24/26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0EEC44-7265-5B45-8A94-85A1182E0D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23654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8635" y="1036320"/>
            <a:ext cx="6783109" cy="3627120"/>
          </a:xfrm>
        </p:spPr>
        <p:txBody>
          <a:bodyPr anchor="b"/>
          <a:lstStyle>
            <a:lvl1pPr>
              <a:defRPr sz="725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940999" y="2238167"/>
            <a:ext cx="10647045" cy="11046883"/>
          </a:xfrm>
        </p:spPr>
        <p:txBody>
          <a:bodyPr/>
          <a:lstStyle>
            <a:lvl1pPr>
              <a:defRPr sz="7253"/>
            </a:lvl1pPr>
            <a:lvl2pPr>
              <a:defRPr sz="6347"/>
            </a:lvl2pPr>
            <a:lvl3pPr>
              <a:defRPr sz="5440"/>
            </a:lvl3pPr>
            <a:lvl4pPr>
              <a:defRPr sz="4533"/>
            </a:lvl4pPr>
            <a:lvl5pPr>
              <a:defRPr sz="4533"/>
            </a:lvl5pPr>
            <a:lvl6pPr>
              <a:defRPr sz="4533"/>
            </a:lvl6pPr>
            <a:lvl7pPr>
              <a:defRPr sz="4533"/>
            </a:lvl7pPr>
            <a:lvl8pPr>
              <a:defRPr sz="4533"/>
            </a:lvl8pPr>
            <a:lvl9pPr>
              <a:defRPr sz="45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8635" y="4663440"/>
            <a:ext cx="6783109" cy="8639599"/>
          </a:xfrm>
        </p:spPr>
        <p:txBody>
          <a:bodyPr/>
          <a:lstStyle>
            <a:lvl1pPr marL="0" indent="0">
              <a:buNone/>
              <a:defRPr sz="3627"/>
            </a:lvl1pPr>
            <a:lvl2pPr marL="1036335" indent="0">
              <a:buNone/>
              <a:defRPr sz="3173"/>
            </a:lvl2pPr>
            <a:lvl3pPr marL="2072670" indent="0">
              <a:buNone/>
              <a:defRPr sz="2720"/>
            </a:lvl3pPr>
            <a:lvl4pPr marL="3109006" indent="0">
              <a:buNone/>
              <a:defRPr sz="2267"/>
            </a:lvl4pPr>
            <a:lvl5pPr marL="4145341" indent="0">
              <a:buNone/>
              <a:defRPr sz="2267"/>
            </a:lvl5pPr>
            <a:lvl6pPr marL="5181676" indent="0">
              <a:buNone/>
              <a:defRPr sz="2267"/>
            </a:lvl6pPr>
            <a:lvl7pPr marL="6218011" indent="0">
              <a:buNone/>
              <a:defRPr sz="2267"/>
            </a:lvl7pPr>
            <a:lvl8pPr marL="7254347" indent="0">
              <a:buNone/>
              <a:defRPr sz="2267"/>
            </a:lvl8pPr>
            <a:lvl9pPr marL="8290682" indent="0">
              <a:buNone/>
              <a:defRPr sz="22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6798D-54C8-0F44-9BAF-2A584371C92C}" type="datetimeFigureOut">
              <a:rPr lang="en-US" smtClean="0"/>
              <a:t>4/24/26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0EEC44-7265-5B45-8A94-85A1182E0D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22145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8635" y="1036320"/>
            <a:ext cx="6783109" cy="3627120"/>
          </a:xfrm>
        </p:spPr>
        <p:txBody>
          <a:bodyPr anchor="b"/>
          <a:lstStyle>
            <a:lvl1pPr>
              <a:defRPr sz="725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940999" y="2238167"/>
            <a:ext cx="10647045" cy="11046883"/>
          </a:xfrm>
        </p:spPr>
        <p:txBody>
          <a:bodyPr anchor="t"/>
          <a:lstStyle>
            <a:lvl1pPr marL="0" indent="0">
              <a:buNone/>
              <a:defRPr sz="7253"/>
            </a:lvl1pPr>
            <a:lvl2pPr marL="1036335" indent="0">
              <a:buNone/>
              <a:defRPr sz="6347"/>
            </a:lvl2pPr>
            <a:lvl3pPr marL="2072670" indent="0">
              <a:buNone/>
              <a:defRPr sz="5440"/>
            </a:lvl3pPr>
            <a:lvl4pPr marL="3109006" indent="0">
              <a:buNone/>
              <a:defRPr sz="4533"/>
            </a:lvl4pPr>
            <a:lvl5pPr marL="4145341" indent="0">
              <a:buNone/>
              <a:defRPr sz="4533"/>
            </a:lvl5pPr>
            <a:lvl6pPr marL="5181676" indent="0">
              <a:buNone/>
              <a:defRPr sz="4533"/>
            </a:lvl6pPr>
            <a:lvl7pPr marL="6218011" indent="0">
              <a:buNone/>
              <a:defRPr sz="4533"/>
            </a:lvl7pPr>
            <a:lvl8pPr marL="7254347" indent="0">
              <a:buNone/>
              <a:defRPr sz="4533"/>
            </a:lvl8pPr>
            <a:lvl9pPr marL="8290682" indent="0">
              <a:buNone/>
              <a:defRPr sz="4533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8635" y="4663440"/>
            <a:ext cx="6783109" cy="8639599"/>
          </a:xfrm>
        </p:spPr>
        <p:txBody>
          <a:bodyPr/>
          <a:lstStyle>
            <a:lvl1pPr marL="0" indent="0">
              <a:buNone/>
              <a:defRPr sz="3627"/>
            </a:lvl1pPr>
            <a:lvl2pPr marL="1036335" indent="0">
              <a:buNone/>
              <a:defRPr sz="3173"/>
            </a:lvl2pPr>
            <a:lvl3pPr marL="2072670" indent="0">
              <a:buNone/>
              <a:defRPr sz="2720"/>
            </a:lvl3pPr>
            <a:lvl4pPr marL="3109006" indent="0">
              <a:buNone/>
              <a:defRPr sz="2267"/>
            </a:lvl4pPr>
            <a:lvl5pPr marL="4145341" indent="0">
              <a:buNone/>
              <a:defRPr sz="2267"/>
            </a:lvl5pPr>
            <a:lvl6pPr marL="5181676" indent="0">
              <a:buNone/>
              <a:defRPr sz="2267"/>
            </a:lvl6pPr>
            <a:lvl7pPr marL="6218011" indent="0">
              <a:buNone/>
              <a:defRPr sz="2267"/>
            </a:lvl7pPr>
            <a:lvl8pPr marL="7254347" indent="0">
              <a:buNone/>
              <a:defRPr sz="2267"/>
            </a:lvl8pPr>
            <a:lvl9pPr marL="8290682" indent="0">
              <a:buNone/>
              <a:defRPr sz="22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6798D-54C8-0F44-9BAF-2A584371C92C}" type="datetimeFigureOut">
              <a:rPr lang="en-US" smtClean="0"/>
              <a:t>4/24/26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0EEC44-7265-5B45-8A94-85A1182E0D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91381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6798D-54C8-0F44-9BAF-2A584371C92C}" type="datetimeFigureOut">
              <a:rPr lang="en-US" smtClean="0"/>
              <a:t>4/24/26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0EEC44-7265-5B45-8A94-85A1182E0D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95672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5050453" y="827617"/>
            <a:ext cx="4534853" cy="1317349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5896" y="827617"/>
            <a:ext cx="13341668" cy="131734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6798D-54C8-0F44-9BAF-2A584371C92C}" type="datetimeFigureOut">
              <a:rPr lang="en-US" smtClean="0"/>
              <a:t>4/24/26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0EEC44-7265-5B45-8A94-85A1182E0D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4187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45895" y="827620"/>
            <a:ext cx="18139410" cy="30046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5895" y="4138083"/>
            <a:ext cx="18139410" cy="98630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445895" y="14407730"/>
            <a:ext cx="4732020" cy="8276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7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E6798D-54C8-0F44-9BAF-2A584371C92C}" type="datetimeFigureOut">
              <a:rPr lang="en-US" smtClean="0"/>
              <a:t>4/24/26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966585" y="14407730"/>
            <a:ext cx="7098030" cy="8276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7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4853285" y="14407730"/>
            <a:ext cx="4732020" cy="8276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7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0EEC44-7265-5B45-8A94-85A1182E0D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98781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2072670" rtl="0" eaLnBrk="1" latinLnBrk="0" hangingPunct="1">
        <a:lnSpc>
          <a:spcPct val="90000"/>
        </a:lnSpc>
        <a:spcBef>
          <a:spcPct val="0"/>
        </a:spcBef>
        <a:buNone/>
        <a:defRPr sz="997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18168" indent="-518168" algn="l" defTabSz="2072670" rtl="0" eaLnBrk="1" latinLnBrk="0" hangingPunct="1">
        <a:lnSpc>
          <a:spcPct val="90000"/>
        </a:lnSpc>
        <a:spcBef>
          <a:spcPts val="2267"/>
        </a:spcBef>
        <a:buFont typeface="Arial" panose="020B0604020202020204" pitchFamily="34" charset="0"/>
        <a:buChar char="•"/>
        <a:defRPr sz="6347" kern="1200">
          <a:solidFill>
            <a:schemeClr val="tx1"/>
          </a:solidFill>
          <a:latin typeface="+mn-lt"/>
          <a:ea typeface="+mn-ea"/>
          <a:cs typeface="+mn-cs"/>
        </a:defRPr>
      </a:lvl1pPr>
      <a:lvl2pPr marL="1554503" indent="-518168" algn="l" defTabSz="2072670" rtl="0" eaLnBrk="1" latinLnBrk="0" hangingPunct="1">
        <a:lnSpc>
          <a:spcPct val="90000"/>
        </a:lnSpc>
        <a:spcBef>
          <a:spcPts val="1133"/>
        </a:spcBef>
        <a:buFont typeface="Arial" panose="020B0604020202020204" pitchFamily="34" charset="0"/>
        <a:buChar char="•"/>
        <a:defRPr sz="5440" kern="1200">
          <a:solidFill>
            <a:schemeClr val="tx1"/>
          </a:solidFill>
          <a:latin typeface="+mn-lt"/>
          <a:ea typeface="+mn-ea"/>
          <a:cs typeface="+mn-cs"/>
        </a:defRPr>
      </a:lvl2pPr>
      <a:lvl3pPr marL="2590838" indent="-518168" algn="l" defTabSz="2072670" rtl="0" eaLnBrk="1" latinLnBrk="0" hangingPunct="1">
        <a:lnSpc>
          <a:spcPct val="90000"/>
        </a:lnSpc>
        <a:spcBef>
          <a:spcPts val="1133"/>
        </a:spcBef>
        <a:buFont typeface="Arial" panose="020B0604020202020204" pitchFamily="34" charset="0"/>
        <a:buChar char="•"/>
        <a:defRPr sz="4533" kern="1200">
          <a:solidFill>
            <a:schemeClr val="tx1"/>
          </a:solidFill>
          <a:latin typeface="+mn-lt"/>
          <a:ea typeface="+mn-ea"/>
          <a:cs typeface="+mn-cs"/>
        </a:defRPr>
      </a:lvl3pPr>
      <a:lvl4pPr marL="3627173" indent="-518168" algn="l" defTabSz="2072670" rtl="0" eaLnBrk="1" latinLnBrk="0" hangingPunct="1">
        <a:lnSpc>
          <a:spcPct val="90000"/>
        </a:lnSpc>
        <a:spcBef>
          <a:spcPts val="1133"/>
        </a:spcBef>
        <a:buFont typeface="Arial" panose="020B0604020202020204" pitchFamily="34" charset="0"/>
        <a:buChar char="•"/>
        <a:defRPr sz="4080" kern="1200">
          <a:solidFill>
            <a:schemeClr val="tx1"/>
          </a:solidFill>
          <a:latin typeface="+mn-lt"/>
          <a:ea typeface="+mn-ea"/>
          <a:cs typeface="+mn-cs"/>
        </a:defRPr>
      </a:lvl4pPr>
      <a:lvl5pPr marL="4663509" indent="-518168" algn="l" defTabSz="2072670" rtl="0" eaLnBrk="1" latinLnBrk="0" hangingPunct="1">
        <a:lnSpc>
          <a:spcPct val="90000"/>
        </a:lnSpc>
        <a:spcBef>
          <a:spcPts val="1133"/>
        </a:spcBef>
        <a:buFont typeface="Arial" panose="020B0604020202020204" pitchFamily="34" charset="0"/>
        <a:buChar char="•"/>
        <a:defRPr sz="4080" kern="1200">
          <a:solidFill>
            <a:schemeClr val="tx1"/>
          </a:solidFill>
          <a:latin typeface="+mn-lt"/>
          <a:ea typeface="+mn-ea"/>
          <a:cs typeface="+mn-cs"/>
        </a:defRPr>
      </a:lvl5pPr>
      <a:lvl6pPr marL="5699844" indent="-518168" algn="l" defTabSz="2072670" rtl="0" eaLnBrk="1" latinLnBrk="0" hangingPunct="1">
        <a:lnSpc>
          <a:spcPct val="90000"/>
        </a:lnSpc>
        <a:spcBef>
          <a:spcPts val="1133"/>
        </a:spcBef>
        <a:buFont typeface="Arial" panose="020B0604020202020204" pitchFamily="34" charset="0"/>
        <a:buChar char="•"/>
        <a:defRPr sz="4080" kern="1200">
          <a:solidFill>
            <a:schemeClr val="tx1"/>
          </a:solidFill>
          <a:latin typeface="+mn-lt"/>
          <a:ea typeface="+mn-ea"/>
          <a:cs typeface="+mn-cs"/>
        </a:defRPr>
      </a:lvl6pPr>
      <a:lvl7pPr marL="6736179" indent="-518168" algn="l" defTabSz="2072670" rtl="0" eaLnBrk="1" latinLnBrk="0" hangingPunct="1">
        <a:lnSpc>
          <a:spcPct val="90000"/>
        </a:lnSpc>
        <a:spcBef>
          <a:spcPts val="1133"/>
        </a:spcBef>
        <a:buFont typeface="Arial" panose="020B0604020202020204" pitchFamily="34" charset="0"/>
        <a:buChar char="•"/>
        <a:defRPr sz="4080" kern="1200">
          <a:solidFill>
            <a:schemeClr val="tx1"/>
          </a:solidFill>
          <a:latin typeface="+mn-lt"/>
          <a:ea typeface="+mn-ea"/>
          <a:cs typeface="+mn-cs"/>
        </a:defRPr>
      </a:lvl7pPr>
      <a:lvl8pPr marL="7772514" indent="-518168" algn="l" defTabSz="2072670" rtl="0" eaLnBrk="1" latinLnBrk="0" hangingPunct="1">
        <a:lnSpc>
          <a:spcPct val="90000"/>
        </a:lnSpc>
        <a:spcBef>
          <a:spcPts val="1133"/>
        </a:spcBef>
        <a:buFont typeface="Arial" panose="020B0604020202020204" pitchFamily="34" charset="0"/>
        <a:buChar char="•"/>
        <a:defRPr sz="4080" kern="1200">
          <a:solidFill>
            <a:schemeClr val="tx1"/>
          </a:solidFill>
          <a:latin typeface="+mn-lt"/>
          <a:ea typeface="+mn-ea"/>
          <a:cs typeface="+mn-cs"/>
        </a:defRPr>
      </a:lvl8pPr>
      <a:lvl9pPr marL="8808850" indent="-518168" algn="l" defTabSz="2072670" rtl="0" eaLnBrk="1" latinLnBrk="0" hangingPunct="1">
        <a:lnSpc>
          <a:spcPct val="90000"/>
        </a:lnSpc>
        <a:spcBef>
          <a:spcPts val="1133"/>
        </a:spcBef>
        <a:buFont typeface="Arial" panose="020B0604020202020204" pitchFamily="34" charset="0"/>
        <a:buChar char="•"/>
        <a:defRPr sz="40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072670" rtl="0" eaLnBrk="1" latinLnBrk="0" hangingPunct="1">
        <a:defRPr sz="4080" kern="1200">
          <a:solidFill>
            <a:schemeClr val="tx1"/>
          </a:solidFill>
          <a:latin typeface="+mn-lt"/>
          <a:ea typeface="+mn-ea"/>
          <a:cs typeface="+mn-cs"/>
        </a:defRPr>
      </a:lvl1pPr>
      <a:lvl2pPr marL="1036335" algn="l" defTabSz="2072670" rtl="0" eaLnBrk="1" latinLnBrk="0" hangingPunct="1">
        <a:defRPr sz="4080" kern="1200">
          <a:solidFill>
            <a:schemeClr val="tx1"/>
          </a:solidFill>
          <a:latin typeface="+mn-lt"/>
          <a:ea typeface="+mn-ea"/>
          <a:cs typeface="+mn-cs"/>
        </a:defRPr>
      </a:lvl2pPr>
      <a:lvl3pPr marL="2072670" algn="l" defTabSz="2072670" rtl="0" eaLnBrk="1" latinLnBrk="0" hangingPunct="1">
        <a:defRPr sz="4080" kern="1200">
          <a:solidFill>
            <a:schemeClr val="tx1"/>
          </a:solidFill>
          <a:latin typeface="+mn-lt"/>
          <a:ea typeface="+mn-ea"/>
          <a:cs typeface="+mn-cs"/>
        </a:defRPr>
      </a:lvl3pPr>
      <a:lvl4pPr marL="3109006" algn="l" defTabSz="2072670" rtl="0" eaLnBrk="1" latinLnBrk="0" hangingPunct="1">
        <a:defRPr sz="4080" kern="1200">
          <a:solidFill>
            <a:schemeClr val="tx1"/>
          </a:solidFill>
          <a:latin typeface="+mn-lt"/>
          <a:ea typeface="+mn-ea"/>
          <a:cs typeface="+mn-cs"/>
        </a:defRPr>
      </a:lvl4pPr>
      <a:lvl5pPr marL="4145341" algn="l" defTabSz="2072670" rtl="0" eaLnBrk="1" latinLnBrk="0" hangingPunct="1">
        <a:defRPr sz="4080" kern="1200">
          <a:solidFill>
            <a:schemeClr val="tx1"/>
          </a:solidFill>
          <a:latin typeface="+mn-lt"/>
          <a:ea typeface="+mn-ea"/>
          <a:cs typeface="+mn-cs"/>
        </a:defRPr>
      </a:lvl5pPr>
      <a:lvl6pPr marL="5181676" algn="l" defTabSz="2072670" rtl="0" eaLnBrk="1" latinLnBrk="0" hangingPunct="1">
        <a:defRPr sz="4080" kern="1200">
          <a:solidFill>
            <a:schemeClr val="tx1"/>
          </a:solidFill>
          <a:latin typeface="+mn-lt"/>
          <a:ea typeface="+mn-ea"/>
          <a:cs typeface="+mn-cs"/>
        </a:defRPr>
      </a:lvl6pPr>
      <a:lvl7pPr marL="6218011" algn="l" defTabSz="2072670" rtl="0" eaLnBrk="1" latinLnBrk="0" hangingPunct="1">
        <a:defRPr sz="4080" kern="1200">
          <a:solidFill>
            <a:schemeClr val="tx1"/>
          </a:solidFill>
          <a:latin typeface="+mn-lt"/>
          <a:ea typeface="+mn-ea"/>
          <a:cs typeface="+mn-cs"/>
        </a:defRPr>
      </a:lvl7pPr>
      <a:lvl8pPr marL="7254347" algn="l" defTabSz="2072670" rtl="0" eaLnBrk="1" latinLnBrk="0" hangingPunct="1">
        <a:defRPr sz="4080" kern="1200">
          <a:solidFill>
            <a:schemeClr val="tx1"/>
          </a:solidFill>
          <a:latin typeface="+mn-lt"/>
          <a:ea typeface="+mn-ea"/>
          <a:cs typeface="+mn-cs"/>
        </a:defRPr>
      </a:lvl8pPr>
      <a:lvl9pPr marL="8290682" algn="l" defTabSz="2072670" rtl="0" eaLnBrk="1" latinLnBrk="0" hangingPunct="1">
        <a:defRPr sz="40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26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12" Type="http://schemas.openxmlformats.org/officeDocument/2006/relationships/image" Target="../media/image2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11" Type="http://schemas.openxmlformats.org/officeDocument/2006/relationships/image" Target="../media/image24.png"/><Relationship Id="rId5" Type="http://schemas.openxmlformats.org/officeDocument/2006/relationships/image" Target="../media/image17.png"/><Relationship Id="rId10" Type="http://schemas.openxmlformats.org/officeDocument/2006/relationships/image" Target="../media/image23.png"/><Relationship Id="rId4" Type="http://schemas.openxmlformats.org/officeDocument/2006/relationships/image" Target="../media/image16.png"/><Relationship Id="rId9" Type="http://schemas.openxmlformats.org/officeDocument/2006/relationships/image" Target="../media/image22.png"/><Relationship Id="rId14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A2791A-44E4-B837-9907-A9010170E7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4F71BC71-0755-DDF0-D7EA-F4FAEF2C1CB5}"/>
                  </a:ext>
                </a:extLst>
              </p:cNvPr>
              <p:cNvSpPr/>
              <p:nvPr/>
            </p:nvSpPr>
            <p:spPr>
              <a:xfrm>
                <a:off x="3251097" y="13217868"/>
                <a:ext cx="6884792" cy="4572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200" dirty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Glucose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2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200" i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G</m:t>
                        </m:r>
                      </m:e>
                      <m:sup>
                        <m:d>
                          <m:dPr>
                            <m:ctrlPr>
                              <a:rPr lang="en-US" sz="22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sz="2200" b="0" i="0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k</m:t>
                            </m:r>
                            <m:r>
                              <a:rPr lang="en-US" sz="2200" i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sz="22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sz="2200" i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d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sz="2200" i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G</m:t>
                                </m:r>
                              </m:sub>
                            </m:sSub>
                            <m:r>
                              <a:rPr lang="en-US" sz="2200" i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:</m:t>
                            </m:r>
                            <m:r>
                              <m:rPr>
                                <m:sty m:val="p"/>
                              </m:rPr>
                              <a:rPr lang="en-US" sz="2200" b="0" i="0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k</m:t>
                            </m:r>
                          </m:e>
                        </m:d>
                      </m:sup>
                    </m:sSup>
                  </m:oMath>
                </a14:m>
                <a:endParaRPr lang="en-US" sz="2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4F71BC71-0755-DDF0-D7EA-F4FAEF2C1CB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51097" y="13217868"/>
                <a:ext cx="6884792" cy="457200"/>
              </a:xfrm>
              <a:prstGeom prst="rect">
                <a:avLst/>
              </a:prstGeom>
              <a:blipFill>
                <a:blip r:embed="rId2"/>
                <a:stretch>
                  <a:fillRect b="-17500"/>
                </a:stretch>
              </a:blipFill>
              <a:ln w="2857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36ED0325-71D2-1A84-7030-8B58CFBCC65B}"/>
                  </a:ext>
                </a:extLst>
              </p:cNvPr>
              <p:cNvSpPr/>
              <p:nvPr/>
            </p:nvSpPr>
            <p:spPr>
              <a:xfrm>
                <a:off x="3249414" y="13681330"/>
                <a:ext cx="6884792" cy="4572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200" dirty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Meal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2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200" i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M</m:t>
                        </m:r>
                      </m:e>
                      <m:sup>
                        <m:d>
                          <m:dPr>
                            <m:ctrlPr>
                              <a:rPr lang="en-US" sz="22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sz="2200" b="0" i="0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k</m:t>
                            </m:r>
                            <m:r>
                              <a:rPr lang="en-US" sz="2200" i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sz="22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sz="2200" i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d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sz="2200" i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M</m:t>
                                </m:r>
                              </m:sub>
                            </m:sSub>
                            <m:r>
                              <a:rPr lang="en-US" sz="2200" i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:</m:t>
                            </m:r>
                            <m:r>
                              <m:rPr>
                                <m:sty m:val="p"/>
                              </m:rPr>
                              <a:rPr lang="en-US" sz="2200" b="0" i="0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k</m:t>
                            </m:r>
                          </m:e>
                        </m:d>
                      </m:sup>
                    </m:sSup>
                  </m:oMath>
                </a14:m>
                <a:endParaRPr lang="en-US" sz="2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36ED0325-71D2-1A84-7030-8B58CFBCC65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9414" y="13681330"/>
                <a:ext cx="6884792" cy="457200"/>
              </a:xfrm>
              <a:prstGeom prst="rect">
                <a:avLst/>
              </a:prstGeom>
              <a:blipFill>
                <a:blip r:embed="rId3"/>
                <a:stretch>
                  <a:fillRect b="-20513"/>
                </a:stretch>
              </a:blipFill>
              <a:ln w="2857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C2FF37D7-FD07-BCBD-2B82-7F9DB0AB047F}"/>
                  </a:ext>
                </a:extLst>
              </p:cNvPr>
              <p:cNvSpPr/>
              <p:nvPr/>
            </p:nvSpPr>
            <p:spPr>
              <a:xfrm>
                <a:off x="3249414" y="14134333"/>
                <a:ext cx="6884792" cy="4572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200" dirty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Insulin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2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200" i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e>
                      <m:sup>
                        <m:d>
                          <m:dPr>
                            <m:ctrlPr>
                              <a:rPr lang="en-US" sz="22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sz="2200" b="0" i="0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k</m:t>
                            </m:r>
                            <m:r>
                              <a:rPr lang="en-US" sz="2200" i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sz="22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sz="2200" i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d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sz="2200" i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I</m:t>
                                </m:r>
                              </m:sub>
                            </m:sSub>
                            <m:r>
                              <a:rPr lang="en-US" sz="2200" i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:</m:t>
                            </m:r>
                            <m:r>
                              <m:rPr>
                                <m:sty m:val="p"/>
                              </m:rPr>
                              <a:rPr lang="en-US" sz="2200" b="0" i="0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k</m:t>
                            </m:r>
                          </m:e>
                        </m:d>
                      </m:sup>
                    </m:sSup>
                  </m:oMath>
                </a14:m>
                <a:endParaRPr lang="en-US" sz="2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C2FF37D7-FD07-BCBD-2B82-7F9DB0AB047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9414" y="14134333"/>
                <a:ext cx="6884792" cy="457200"/>
              </a:xfrm>
              <a:prstGeom prst="rect">
                <a:avLst/>
              </a:prstGeom>
              <a:blipFill>
                <a:blip r:embed="rId4"/>
                <a:stretch>
                  <a:fillRect b="-20513"/>
                </a:stretch>
              </a:blipFill>
              <a:ln w="2857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2" name="Rectangle 101">
            <a:extLst>
              <a:ext uri="{FF2B5EF4-FFF2-40B4-BE49-F238E27FC236}">
                <a16:creationId xmlns:a16="http://schemas.microsoft.com/office/drawing/2014/main" id="{29AC406D-666F-0F8E-B404-75CCE6031AA7}"/>
              </a:ext>
            </a:extLst>
          </p:cNvPr>
          <p:cNvSpPr/>
          <p:nvPr/>
        </p:nvSpPr>
        <p:spPr>
          <a:xfrm>
            <a:off x="3341866" y="8014493"/>
            <a:ext cx="6652650" cy="5006251"/>
          </a:xfrm>
          <a:prstGeom prst="rect">
            <a:avLst/>
          </a:prstGeom>
          <a:noFill/>
          <a:ln w="38100">
            <a:solidFill>
              <a:schemeClr val="tx1"/>
            </a:solidFill>
            <a:prstDash val="sysDash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05" name="Straight Arrow Connector 104">
            <a:extLst>
              <a:ext uri="{FF2B5EF4-FFF2-40B4-BE49-F238E27FC236}">
                <a16:creationId xmlns:a16="http://schemas.microsoft.com/office/drawing/2014/main" id="{CDAD1F42-0D2E-85CB-C65D-125E6E3B32E9}"/>
              </a:ext>
            </a:extLst>
          </p:cNvPr>
          <p:cNvCxnSpPr>
            <a:cxnSpLocks/>
            <a:stCxn id="128" idx="0"/>
            <a:endCxn id="6" idx="2"/>
          </p:cNvCxnSpPr>
          <p:nvPr/>
        </p:nvCxnSpPr>
        <p:spPr>
          <a:xfrm flipV="1">
            <a:off x="6614240" y="10835228"/>
            <a:ext cx="0" cy="618854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lg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66E60584-C145-8B6C-7D1F-DAE365698FBC}"/>
              </a:ext>
            </a:extLst>
          </p:cNvPr>
          <p:cNvCxnSpPr>
            <a:cxnSpLocks/>
            <a:stCxn id="6" idx="0"/>
            <a:endCxn id="129" idx="2"/>
          </p:cNvCxnSpPr>
          <p:nvPr/>
        </p:nvCxnSpPr>
        <p:spPr>
          <a:xfrm flipV="1">
            <a:off x="6614240" y="9560970"/>
            <a:ext cx="3" cy="904926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lg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3" name="Rectangle 102">
                <a:extLst>
                  <a:ext uri="{FF2B5EF4-FFF2-40B4-BE49-F238E27FC236}">
                    <a16:creationId xmlns:a16="http://schemas.microsoft.com/office/drawing/2014/main" id="{610C6724-1620-24B3-C053-50DA4007F289}"/>
                  </a:ext>
                </a:extLst>
              </p:cNvPr>
              <p:cNvSpPr/>
              <p:nvPr/>
            </p:nvSpPr>
            <p:spPr>
              <a:xfrm>
                <a:off x="3530600" y="11883558"/>
                <a:ext cx="6070401" cy="896375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Encoder Block 1</a:t>
                </a:r>
              </a:p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2×Conv1D </a:t>
                </a:r>
              </a:p>
              <a:p>
                <a:pPr algn="ctr"/>
                <a:r>
                  <a:rPr lang="en-US" sz="16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(filter size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f</m:t>
                    </m:r>
                    <m:r>
                      <a:rPr lang="en-US" sz="160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16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dilation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6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en-US" sz="16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60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16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e>
                      <m:sup>
                        <m:r>
                          <a:rPr lang="en-US" sz="16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</m:oMath>
                </a14:m>
                <a:r>
                  <a:rPr lang="en-US" sz="16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, number of channels: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6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a:rPr lang="en-US" sz="16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16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)</a:t>
                </a:r>
              </a:p>
            </p:txBody>
          </p:sp>
        </mc:Choice>
        <mc:Fallback xmlns="">
          <p:sp>
            <p:nvSpPr>
              <p:cNvPr id="103" name="Rectangle 102">
                <a:extLst>
                  <a:ext uri="{FF2B5EF4-FFF2-40B4-BE49-F238E27FC236}">
                    <a16:creationId xmlns:a16="http://schemas.microsoft.com/office/drawing/2014/main" id="{610C6724-1620-24B3-C053-50DA4007F28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0600" y="11883558"/>
                <a:ext cx="6070401" cy="896375"/>
              </a:xfrm>
              <a:prstGeom prst="rect">
                <a:avLst/>
              </a:prstGeom>
              <a:blipFill>
                <a:blip r:embed="rId5"/>
                <a:stretch>
                  <a:fillRect b="-6757"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9" name="Rectangle 108">
            <a:extLst>
              <a:ext uri="{FF2B5EF4-FFF2-40B4-BE49-F238E27FC236}">
                <a16:creationId xmlns:a16="http://schemas.microsoft.com/office/drawing/2014/main" id="{CF8CBCBD-1F66-5E6F-5A6B-C104AB5741CF}"/>
              </a:ext>
            </a:extLst>
          </p:cNvPr>
          <p:cNvSpPr/>
          <p:nvPr/>
        </p:nvSpPr>
        <p:spPr>
          <a:xfrm>
            <a:off x="3341856" y="2029458"/>
            <a:ext cx="6652650" cy="5118181"/>
          </a:xfrm>
          <a:prstGeom prst="rect">
            <a:avLst/>
          </a:prstGeom>
          <a:noFill/>
          <a:ln w="38100">
            <a:solidFill>
              <a:schemeClr val="tx1"/>
            </a:solidFill>
            <a:prstDash val="sysDash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11" name="Straight Arrow Connector 110">
            <a:extLst>
              <a:ext uri="{FF2B5EF4-FFF2-40B4-BE49-F238E27FC236}">
                <a16:creationId xmlns:a16="http://schemas.microsoft.com/office/drawing/2014/main" id="{5431197D-73BB-6D91-C4F5-9E0B0297F523}"/>
              </a:ext>
            </a:extLst>
          </p:cNvPr>
          <p:cNvCxnSpPr>
            <a:cxnSpLocks/>
          </p:cNvCxnSpPr>
          <p:nvPr/>
        </p:nvCxnSpPr>
        <p:spPr>
          <a:xfrm flipV="1">
            <a:off x="6648660" y="5166305"/>
            <a:ext cx="0" cy="533593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lg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13" name="TextBox 112">
            <a:extLst>
              <a:ext uri="{FF2B5EF4-FFF2-40B4-BE49-F238E27FC236}">
                <a16:creationId xmlns:a16="http://schemas.microsoft.com/office/drawing/2014/main" id="{88592A00-AB2B-5F60-1FDE-20B30B1B4AF4}"/>
              </a:ext>
            </a:extLst>
          </p:cNvPr>
          <p:cNvSpPr txBox="1"/>
          <p:nvPr/>
        </p:nvSpPr>
        <p:spPr>
          <a:xfrm>
            <a:off x="5987369" y="4758207"/>
            <a:ext cx="1326702" cy="369332"/>
          </a:xfrm>
          <a:prstGeom prst="rect">
            <a:avLst/>
          </a:prstGeom>
          <a:noFill/>
          <a:ln w="2857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….</a:t>
            </a:r>
          </a:p>
        </p:txBody>
      </p: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id="{9ED4CE0F-E38C-B1C3-D8BC-CF0F9C712B62}"/>
              </a:ext>
            </a:extLst>
          </p:cNvPr>
          <p:cNvCxnSpPr>
            <a:cxnSpLocks/>
          </p:cNvCxnSpPr>
          <p:nvPr/>
        </p:nvCxnSpPr>
        <p:spPr>
          <a:xfrm flipV="1">
            <a:off x="6656528" y="4386363"/>
            <a:ext cx="0" cy="371844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lg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17" name="Rectangle 116">
            <a:extLst>
              <a:ext uri="{FF2B5EF4-FFF2-40B4-BE49-F238E27FC236}">
                <a16:creationId xmlns:a16="http://schemas.microsoft.com/office/drawing/2014/main" id="{64163773-99BE-AABB-C220-50F5A768F7D3}"/>
              </a:ext>
            </a:extLst>
          </p:cNvPr>
          <p:cNvSpPr/>
          <p:nvPr/>
        </p:nvSpPr>
        <p:spPr>
          <a:xfrm>
            <a:off x="5716672" y="2263450"/>
            <a:ext cx="1852938" cy="383347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Final Conv1D</a:t>
            </a:r>
          </a:p>
        </p:txBody>
      </p:sp>
      <p:cxnSp>
        <p:nvCxnSpPr>
          <p:cNvPr id="118" name="Straight Arrow Connector 117">
            <a:extLst>
              <a:ext uri="{FF2B5EF4-FFF2-40B4-BE49-F238E27FC236}">
                <a16:creationId xmlns:a16="http://schemas.microsoft.com/office/drawing/2014/main" id="{BA2F7060-EDD7-D3A6-D8E2-D1D89020008F}"/>
              </a:ext>
            </a:extLst>
          </p:cNvPr>
          <p:cNvCxnSpPr>
            <a:cxnSpLocks/>
            <a:endCxn id="117" idx="2"/>
          </p:cNvCxnSpPr>
          <p:nvPr/>
        </p:nvCxnSpPr>
        <p:spPr>
          <a:xfrm flipH="1" flipV="1">
            <a:off x="6643141" y="2646797"/>
            <a:ext cx="13390" cy="646422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lg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20" name="TextBox 119">
            <a:extLst>
              <a:ext uri="{FF2B5EF4-FFF2-40B4-BE49-F238E27FC236}">
                <a16:creationId xmlns:a16="http://schemas.microsoft.com/office/drawing/2014/main" id="{9FEA4723-5378-F4FA-9B76-CD451FFF2506}"/>
              </a:ext>
            </a:extLst>
          </p:cNvPr>
          <p:cNvSpPr txBox="1"/>
          <p:nvPr/>
        </p:nvSpPr>
        <p:spPr>
          <a:xfrm rot="16200000">
            <a:off x="2802608" y="4745307"/>
            <a:ext cx="1698241" cy="52322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Decoder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51257E3C-AC8E-9265-CFA2-05C78379FFD1}"/>
              </a:ext>
            </a:extLst>
          </p:cNvPr>
          <p:cNvSpPr txBox="1"/>
          <p:nvPr/>
        </p:nvSpPr>
        <p:spPr>
          <a:xfrm rot="16200000">
            <a:off x="2807267" y="10243426"/>
            <a:ext cx="1667861" cy="52322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Encoder</a:t>
            </a:r>
          </a:p>
        </p:txBody>
      </p:sp>
      <p:cxnSp>
        <p:nvCxnSpPr>
          <p:cNvPr id="122" name="Straight Arrow Connector 121">
            <a:extLst>
              <a:ext uri="{FF2B5EF4-FFF2-40B4-BE49-F238E27FC236}">
                <a16:creationId xmlns:a16="http://schemas.microsoft.com/office/drawing/2014/main" id="{D51FC4BC-5715-DAF4-5CD6-FD805F58321D}"/>
              </a:ext>
            </a:extLst>
          </p:cNvPr>
          <p:cNvCxnSpPr>
            <a:cxnSpLocks/>
          </p:cNvCxnSpPr>
          <p:nvPr/>
        </p:nvCxnSpPr>
        <p:spPr>
          <a:xfrm flipV="1">
            <a:off x="6553793" y="6953367"/>
            <a:ext cx="0" cy="409919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lg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Arrow Connector 122">
            <a:extLst>
              <a:ext uri="{FF2B5EF4-FFF2-40B4-BE49-F238E27FC236}">
                <a16:creationId xmlns:a16="http://schemas.microsoft.com/office/drawing/2014/main" id="{6F63DE30-66C0-4169-9FEC-04344B20AADB}"/>
              </a:ext>
            </a:extLst>
          </p:cNvPr>
          <p:cNvCxnSpPr>
            <a:cxnSpLocks/>
            <a:stCxn id="117" idx="0"/>
          </p:cNvCxnSpPr>
          <p:nvPr/>
        </p:nvCxnSpPr>
        <p:spPr>
          <a:xfrm flipH="1" flipV="1">
            <a:off x="6640267" y="1541971"/>
            <a:ext cx="2877" cy="721476"/>
          </a:xfrm>
          <a:prstGeom prst="straightConnector1">
            <a:avLst/>
          </a:prstGeom>
          <a:ln w="28575">
            <a:solidFill>
              <a:schemeClr val="tx1"/>
            </a:solidFill>
            <a:headEnd w="lg" len="lg"/>
            <a:tailEnd type="triangle" w="lg" len="lg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Arrow Connector 124">
            <a:extLst>
              <a:ext uri="{FF2B5EF4-FFF2-40B4-BE49-F238E27FC236}">
                <a16:creationId xmlns:a16="http://schemas.microsoft.com/office/drawing/2014/main" id="{4346971D-8D93-F193-DE68-BB57E68D83F4}"/>
              </a:ext>
            </a:extLst>
          </p:cNvPr>
          <p:cNvCxnSpPr>
            <a:cxnSpLocks/>
            <a:endCxn id="148" idx="2"/>
          </p:cNvCxnSpPr>
          <p:nvPr/>
        </p:nvCxnSpPr>
        <p:spPr>
          <a:xfrm flipV="1">
            <a:off x="6552114" y="7755378"/>
            <a:ext cx="1" cy="659768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lg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Arrow Connector 125">
            <a:extLst>
              <a:ext uri="{FF2B5EF4-FFF2-40B4-BE49-F238E27FC236}">
                <a16:creationId xmlns:a16="http://schemas.microsoft.com/office/drawing/2014/main" id="{ADC1A43F-B9A5-46DC-D6BD-9F84887DCB4C}"/>
              </a:ext>
            </a:extLst>
          </p:cNvPr>
          <p:cNvCxnSpPr>
            <a:cxnSpLocks/>
            <a:endCxn id="103" idx="2"/>
          </p:cNvCxnSpPr>
          <p:nvPr/>
        </p:nvCxnSpPr>
        <p:spPr>
          <a:xfrm flipV="1">
            <a:off x="6552114" y="12779933"/>
            <a:ext cx="0" cy="437935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28" name="Rectangle 127">
            <a:extLst>
              <a:ext uri="{FF2B5EF4-FFF2-40B4-BE49-F238E27FC236}">
                <a16:creationId xmlns:a16="http://schemas.microsoft.com/office/drawing/2014/main" id="{B32E0E1F-597F-218E-CF29-00B831168174}"/>
              </a:ext>
            </a:extLst>
          </p:cNvPr>
          <p:cNvSpPr/>
          <p:nvPr/>
        </p:nvSpPr>
        <p:spPr>
          <a:xfrm>
            <a:off x="4790506" y="11454082"/>
            <a:ext cx="3647468" cy="435914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AvgPool</a:t>
            </a:r>
            <a:endPara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0B744996-8190-0000-5384-137EB5253867}"/>
              </a:ext>
            </a:extLst>
          </p:cNvPr>
          <p:cNvSpPr/>
          <p:nvPr/>
        </p:nvSpPr>
        <p:spPr>
          <a:xfrm>
            <a:off x="4790508" y="9126763"/>
            <a:ext cx="3647469" cy="434207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AvgPool</a:t>
            </a:r>
            <a:endPara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179808F1-D5DC-8B2B-0CC5-9103322690E3}"/>
              </a:ext>
            </a:extLst>
          </p:cNvPr>
          <p:cNvSpPr/>
          <p:nvPr/>
        </p:nvSpPr>
        <p:spPr>
          <a:xfrm>
            <a:off x="5761056" y="5738608"/>
            <a:ext cx="1841216" cy="361375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Upsample</a:t>
            </a:r>
            <a:endPara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5484F228-39B4-CF4E-7AFD-3BBECB33C8A2}"/>
              </a:ext>
            </a:extLst>
          </p:cNvPr>
          <p:cNvSpPr/>
          <p:nvPr/>
        </p:nvSpPr>
        <p:spPr>
          <a:xfrm>
            <a:off x="5761624" y="4003044"/>
            <a:ext cx="1840644" cy="35859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Upsample</a:t>
            </a:r>
            <a:endPara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7" name="TextBox 146">
                <a:extLst>
                  <a:ext uri="{FF2B5EF4-FFF2-40B4-BE49-F238E27FC236}">
                    <a16:creationId xmlns:a16="http://schemas.microsoft.com/office/drawing/2014/main" id="{7AAFB8D9-EB82-6801-CD8D-60464F810987}"/>
                  </a:ext>
                </a:extLst>
              </p:cNvPr>
              <p:cNvSpPr txBox="1"/>
              <p:nvPr/>
            </p:nvSpPr>
            <p:spPr>
              <a:xfrm>
                <a:off x="3109725" y="1081603"/>
                <a:ext cx="6884781" cy="453842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28575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Glucose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200" i="0">
                            <a:latin typeface="Cambria Math" panose="02040503050406030204" pitchFamily="18" charset="0"/>
                          </a:rPr>
                          <m:t>G</m:t>
                        </m:r>
                      </m:e>
                      <m:sup>
                        <m:d>
                          <m:dPr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sz="2200" b="0" i="0" smtClean="0">
                                <a:latin typeface="Cambria Math" panose="02040503050406030204" pitchFamily="18" charset="0"/>
                              </a:rPr>
                              <m:t>k</m:t>
                            </m:r>
                            <m:r>
                              <a:rPr lang="en-US" sz="2200" i="0">
                                <a:latin typeface="Cambria Math" panose="02040503050406030204" pitchFamily="18" charset="0"/>
                              </a:rPr>
                              <m:t>+1:</m:t>
                            </m:r>
                            <m:r>
                              <m:rPr>
                                <m:sty m:val="p"/>
                              </m:rPr>
                              <a:rPr lang="en-US" sz="2200" b="0" i="0" smtClean="0">
                                <a:latin typeface="Cambria Math" panose="02040503050406030204" pitchFamily="18" charset="0"/>
                              </a:rPr>
                              <m:t>k</m:t>
                            </m:r>
                            <m:r>
                              <a:rPr lang="en-US" sz="2200" i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en-US" sz="2200" i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</m:d>
                      </m:sup>
                    </m:sSup>
                  </m:oMath>
                </a14:m>
                <a:endParaRPr lang="en-US" sz="22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47" name="TextBox 146">
                <a:extLst>
                  <a:ext uri="{FF2B5EF4-FFF2-40B4-BE49-F238E27FC236}">
                    <a16:creationId xmlns:a16="http://schemas.microsoft.com/office/drawing/2014/main" id="{7AAFB8D9-EB82-6801-CD8D-60464F8109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09725" y="1081603"/>
                <a:ext cx="6884781" cy="453842"/>
              </a:xfrm>
              <a:prstGeom prst="rect">
                <a:avLst/>
              </a:prstGeom>
              <a:blipFill>
                <a:blip r:embed="rId6"/>
                <a:stretch>
                  <a:fillRect b="-20513"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8" name="TextBox 147">
            <a:extLst>
              <a:ext uri="{FF2B5EF4-FFF2-40B4-BE49-F238E27FC236}">
                <a16:creationId xmlns:a16="http://schemas.microsoft.com/office/drawing/2014/main" id="{A4B06D01-83F6-0855-EF6E-FC0014107CA9}"/>
              </a:ext>
            </a:extLst>
          </p:cNvPr>
          <p:cNvSpPr txBox="1"/>
          <p:nvPr/>
        </p:nvSpPr>
        <p:spPr>
          <a:xfrm>
            <a:off x="4480427" y="7386046"/>
            <a:ext cx="4143375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Encoded Latent Sequence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8E3A7B1-CA4E-0B76-227D-4189F872D5FC}"/>
              </a:ext>
            </a:extLst>
          </p:cNvPr>
          <p:cNvSpPr txBox="1"/>
          <p:nvPr/>
        </p:nvSpPr>
        <p:spPr>
          <a:xfrm>
            <a:off x="5948829" y="10465896"/>
            <a:ext cx="1330822" cy="369332"/>
          </a:xfrm>
          <a:prstGeom prst="rect">
            <a:avLst/>
          </a:prstGeom>
          <a:noFill/>
          <a:ln w="2857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….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54C1695-00C2-8105-0908-3EAAF20F0620}"/>
              </a:ext>
            </a:extLst>
          </p:cNvPr>
          <p:cNvSpPr txBox="1"/>
          <p:nvPr/>
        </p:nvSpPr>
        <p:spPr>
          <a:xfrm>
            <a:off x="3249414" y="14643598"/>
            <a:ext cx="688479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Multichannel Input Sequence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CD49D7AF-6EEA-48EA-5419-E11555B515AC}"/>
                  </a:ext>
                </a:extLst>
              </p:cNvPr>
              <p:cNvSpPr/>
              <p:nvPr/>
            </p:nvSpPr>
            <p:spPr>
              <a:xfrm>
                <a:off x="3530600" y="8230140"/>
                <a:ext cx="6070401" cy="896376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Encoder Block N</a:t>
                </a:r>
              </a:p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 × Conv1D </a:t>
                </a:r>
              </a:p>
              <a:p>
                <a:pPr algn="ctr"/>
                <a:r>
                  <a:rPr lang="en-US" sz="16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(filter size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f</m:t>
                    </m:r>
                    <m:r>
                      <a:rPr lang="en-US" sz="160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16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dilation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6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6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  <m:r>
                      <a:rPr lang="en-US" sz="160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16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sz="16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  <m:r>
                          <a:rPr lang="en-US" sz="16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sz="16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, number of channels: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6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6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</m:oMath>
                </a14:m>
                <a:r>
                  <a:rPr lang="en-US" sz="16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)</a:t>
                </a:r>
              </a:p>
            </p:txBody>
          </p:sp>
        </mc:Choice>
        <mc:Fallback xmlns=""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CD49D7AF-6EEA-48EA-5419-E11555B515A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0600" y="8230140"/>
                <a:ext cx="6070401" cy="896376"/>
              </a:xfrm>
              <a:prstGeom prst="rect">
                <a:avLst/>
              </a:prstGeom>
              <a:blipFill>
                <a:blip r:embed="rId7"/>
                <a:stretch>
                  <a:fillRect t="-1370" b="-6849"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" name="TextBox 60">
            <a:extLst>
              <a:ext uri="{FF2B5EF4-FFF2-40B4-BE49-F238E27FC236}">
                <a16:creationId xmlns:a16="http://schemas.microsoft.com/office/drawing/2014/main" id="{4A62641C-6EA3-4AAF-5ECF-A1C334596C2C}"/>
              </a:ext>
            </a:extLst>
          </p:cNvPr>
          <p:cNvSpPr txBox="1"/>
          <p:nvPr/>
        </p:nvSpPr>
        <p:spPr>
          <a:xfrm>
            <a:off x="4103904" y="597902"/>
            <a:ext cx="510672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Forecasted BG Sequence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29878FD9-DDE5-778C-AD34-6F7BCEFEF67F}"/>
              </a:ext>
            </a:extLst>
          </p:cNvPr>
          <p:cNvSpPr/>
          <p:nvPr/>
        </p:nvSpPr>
        <p:spPr>
          <a:xfrm>
            <a:off x="11319708" y="3675591"/>
            <a:ext cx="6884781" cy="513866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38100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11B28BC7-9752-40BC-11B3-D4E75AC49EC9}"/>
              </a:ext>
            </a:extLst>
          </p:cNvPr>
          <p:cNvSpPr/>
          <p:nvPr/>
        </p:nvSpPr>
        <p:spPr>
          <a:xfrm>
            <a:off x="13825204" y="7472222"/>
            <a:ext cx="1499616" cy="36576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ReLU</a:t>
            </a:r>
            <a:endPara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AA912CE7-912D-674B-9529-C86AE589FE76}"/>
              </a:ext>
            </a:extLst>
          </p:cNvPr>
          <p:cNvSpPr/>
          <p:nvPr/>
        </p:nvSpPr>
        <p:spPr>
          <a:xfrm>
            <a:off x="13814201" y="5634355"/>
            <a:ext cx="1499616" cy="36576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ReLU</a:t>
            </a:r>
            <a:endPara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306AA7BF-08CB-1179-C11B-44B9420D6F9F}"/>
              </a:ext>
            </a:extLst>
          </p:cNvPr>
          <p:cNvSpPr/>
          <p:nvPr/>
        </p:nvSpPr>
        <p:spPr>
          <a:xfrm>
            <a:off x="14161674" y="4089345"/>
            <a:ext cx="804672" cy="707136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</a:p>
        </p:txBody>
      </p: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FDD69A70-1A9D-AEA5-EBC0-DA589428F676}"/>
              </a:ext>
            </a:extLst>
          </p:cNvPr>
          <p:cNvCxnSpPr>
            <a:cxnSpLocks/>
          </p:cNvCxnSpPr>
          <p:nvPr/>
        </p:nvCxnSpPr>
        <p:spPr>
          <a:xfrm flipV="1">
            <a:off x="14575024" y="8303637"/>
            <a:ext cx="0" cy="776437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lg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41378735-3DEF-B88C-5C0F-036F8C5ED6BF}"/>
              </a:ext>
            </a:extLst>
          </p:cNvPr>
          <p:cNvCxnSpPr>
            <a:cxnSpLocks/>
            <a:stCxn id="68" idx="0"/>
          </p:cNvCxnSpPr>
          <p:nvPr/>
        </p:nvCxnSpPr>
        <p:spPr>
          <a:xfrm flipH="1" flipV="1">
            <a:off x="14564012" y="6448526"/>
            <a:ext cx="0" cy="1023696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lg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093B1A81-B587-0617-2E46-1EEA364567E3}"/>
              </a:ext>
            </a:extLst>
          </p:cNvPr>
          <p:cNvCxnSpPr>
            <a:cxnSpLocks/>
            <a:stCxn id="70" idx="0"/>
            <a:endCxn id="71" idx="4"/>
          </p:cNvCxnSpPr>
          <p:nvPr/>
        </p:nvCxnSpPr>
        <p:spPr>
          <a:xfrm flipV="1">
            <a:off x="14564012" y="4796481"/>
            <a:ext cx="1" cy="837874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lg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75" name="Rectangle 74">
            <a:extLst>
              <a:ext uri="{FF2B5EF4-FFF2-40B4-BE49-F238E27FC236}">
                <a16:creationId xmlns:a16="http://schemas.microsoft.com/office/drawing/2014/main" id="{907BC619-504C-21EC-DACD-32997D3D5C55}"/>
              </a:ext>
            </a:extLst>
          </p:cNvPr>
          <p:cNvSpPr/>
          <p:nvPr/>
        </p:nvSpPr>
        <p:spPr>
          <a:xfrm>
            <a:off x="16405002" y="6394903"/>
            <a:ext cx="1658112" cy="615696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1×1 Conv1D</a:t>
            </a:r>
          </a:p>
        </p:txBody>
      </p: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CB79AC30-560B-9EEC-729D-E8B6702C0BDA}"/>
              </a:ext>
            </a:extLst>
          </p:cNvPr>
          <p:cNvCxnSpPr>
            <a:cxnSpLocks/>
          </p:cNvCxnSpPr>
          <p:nvPr/>
        </p:nvCxnSpPr>
        <p:spPr>
          <a:xfrm>
            <a:off x="14575012" y="8580415"/>
            <a:ext cx="2659046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F533DA19-DB92-3627-DFFF-73112FFC46D1}"/>
              </a:ext>
            </a:extLst>
          </p:cNvPr>
          <p:cNvCxnSpPr>
            <a:cxnSpLocks/>
            <a:endCxn id="75" idx="2"/>
          </p:cNvCxnSpPr>
          <p:nvPr/>
        </p:nvCxnSpPr>
        <p:spPr>
          <a:xfrm flipV="1">
            <a:off x="17234058" y="7010599"/>
            <a:ext cx="0" cy="15698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10B2BB53-99A0-8FF1-555A-26DF842CE01B}"/>
              </a:ext>
            </a:extLst>
          </p:cNvPr>
          <p:cNvCxnSpPr>
            <a:cxnSpLocks/>
            <a:stCxn id="75" idx="0"/>
          </p:cNvCxnSpPr>
          <p:nvPr/>
        </p:nvCxnSpPr>
        <p:spPr>
          <a:xfrm flipV="1">
            <a:off x="17234058" y="4442913"/>
            <a:ext cx="0" cy="195199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BA1B8017-F565-CD0F-3974-89999E1D7FC0}"/>
              </a:ext>
            </a:extLst>
          </p:cNvPr>
          <p:cNvCxnSpPr>
            <a:cxnSpLocks/>
            <a:stCxn id="71" idx="6"/>
          </p:cNvCxnSpPr>
          <p:nvPr/>
        </p:nvCxnSpPr>
        <p:spPr>
          <a:xfrm>
            <a:off x="14966346" y="4442913"/>
            <a:ext cx="2267712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88" name="TextBox 87">
            <a:extLst>
              <a:ext uri="{FF2B5EF4-FFF2-40B4-BE49-F238E27FC236}">
                <a16:creationId xmlns:a16="http://schemas.microsoft.com/office/drawing/2014/main" id="{EB644EC0-597A-5845-6FE3-5F8698A3C23F}"/>
              </a:ext>
            </a:extLst>
          </p:cNvPr>
          <p:cNvSpPr txBox="1"/>
          <p:nvPr/>
        </p:nvSpPr>
        <p:spPr>
          <a:xfrm>
            <a:off x="11443443" y="3766543"/>
            <a:ext cx="2569735" cy="830997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Temporal Residual Block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FF1CF3C6-6042-A6F5-5731-9242390ADED5}"/>
              </a:ext>
            </a:extLst>
          </p:cNvPr>
          <p:cNvSpPr txBox="1"/>
          <p:nvPr/>
        </p:nvSpPr>
        <p:spPr>
          <a:xfrm>
            <a:off x="11652939" y="12321948"/>
            <a:ext cx="2820124" cy="40011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Conv1D (kernel size k)</a:t>
            </a: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8E84E176-53DB-4FF0-221A-86C91FD06E39}"/>
              </a:ext>
            </a:extLst>
          </p:cNvPr>
          <p:cNvSpPr/>
          <p:nvPr/>
        </p:nvSpPr>
        <p:spPr>
          <a:xfrm>
            <a:off x="11319708" y="9463157"/>
            <a:ext cx="6884779" cy="538233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0B4DF746-4BB7-BB64-53E4-CA58844EE618}"/>
              </a:ext>
            </a:extLst>
          </p:cNvPr>
          <p:cNvSpPr txBox="1"/>
          <p:nvPr/>
        </p:nvSpPr>
        <p:spPr>
          <a:xfrm>
            <a:off x="11367552" y="9609570"/>
            <a:ext cx="3885399" cy="461665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Bayesian Causal Conv1D</a:t>
            </a:r>
          </a:p>
        </p:txBody>
      </p: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3DC7846F-16AB-4DD8-4CCB-643E3C2284E7}"/>
              </a:ext>
            </a:extLst>
          </p:cNvPr>
          <p:cNvCxnSpPr>
            <a:cxnSpLocks/>
          </p:cNvCxnSpPr>
          <p:nvPr/>
        </p:nvCxnSpPr>
        <p:spPr>
          <a:xfrm flipV="1">
            <a:off x="14563997" y="3409776"/>
            <a:ext cx="0" cy="666619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lg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aphicFrame>
        <p:nvGraphicFramePr>
          <p:cNvPr id="94" name="Table 93">
            <a:extLst>
              <a:ext uri="{FF2B5EF4-FFF2-40B4-BE49-F238E27FC236}">
                <a16:creationId xmlns:a16="http://schemas.microsoft.com/office/drawing/2014/main" id="{AC7B2BA1-B433-0AEA-9E6F-8269003F41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5884429"/>
              </p:ext>
            </p:extLst>
          </p:nvPr>
        </p:nvGraphicFramePr>
        <p:xfrm>
          <a:off x="11725216" y="13704310"/>
          <a:ext cx="5486400" cy="4001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218868469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489084439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78762339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428047223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136258305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429826711"/>
                    </a:ext>
                  </a:extLst>
                </a:gridCol>
              </a:tblGrid>
              <a:tr h="400110">
                <a:tc>
                  <a:txBody>
                    <a:bodyPr/>
                    <a:lstStyle/>
                    <a:p>
                      <a:pPr algn="ctr"/>
                      <a:r>
                        <a:rPr lang="en-US" sz="2000" b="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…</a:t>
                      </a:r>
                    </a:p>
                  </a:txBody>
                  <a:tcPr marL="78377" marR="78377" marT="39189" marB="3918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1" baseline="0" dirty="0" err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x</a:t>
                      </a:r>
                      <a:r>
                        <a:rPr lang="en-US" sz="2000" b="0" i="1" baseline="-25000" dirty="0" err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E</a:t>
                      </a:r>
                      <a:endParaRPr lang="en-US" sz="2000" b="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78377" marR="78377" marT="39189" marB="3918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…</a:t>
                      </a:r>
                    </a:p>
                  </a:txBody>
                  <a:tcPr marL="78377" marR="78377" marT="39189" marB="3918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x</a:t>
                      </a:r>
                      <a:r>
                        <a:rPr lang="en-US" sz="2000" b="0" i="1" baseline="-250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2</a:t>
                      </a:r>
                      <a:endParaRPr lang="en-US" sz="2000" b="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78377" marR="78377" marT="39189" marB="3918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x</a:t>
                      </a:r>
                      <a:r>
                        <a:rPr lang="en-US" sz="2000" b="0" i="1" baseline="-250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1</a:t>
                      </a:r>
                      <a:endParaRPr lang="en-US" sz="2000" b="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78377" marR="78377" marT="39189" marB="3918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…</a:t>
                      </a:r>
                    </a:p>
                  </a:txBody>
                  <a:tcPr marL="78377" marR="78377" marT="39189" marB="3918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450429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69" name="Rectangle 68">
                <a:extLst>
                  <a:ext uri="{FF2B5EF4-FFF2-40B4-BE49-F238E27FC236}">
                    <a16:creationId xmlns:a16="http://schemas.microsoft.com/office/drawing/2014/main" id="{8E9FD9BF-E9E8-78F4-61F1-4FC690CF8EE2}"/>
                  </a:ext>
                </a:extLst>
              </p:cNvPr>
              <p:cNvSpPr/>
              <p:nvPr/>
            </p:nvSpPr>
            <p:spPr>
              <a:xfrm>
                <a:off x="12806930" y="5990719"/>
                <a:ext cx="3504229" cy="45110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Causal Conv1D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f</m:t>
                    </m:r>
                    <m:r>
                      <a:rPr lang="en-US" i="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 </m:t>
                    </m:r>
                    <m:sSub>
                      <m:sSubPr>
                        <m:ctrlP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i="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i="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j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Arial" panose="020B0604020202020204" pitchFamily="34" charset="0"/>
                  </a:rPr>
                  <a:t>,</a:t>
                </a:r>
                <a:r>
                  <a:rPr lang="en-US" b="1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</a:t>
                </a:r>
                <a:r>
                  <a:rPr lang="en-US" baseline="-250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j</a:t>
                </a:r>
                <a:r>
                  <a:rPr lang="en-US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)</a:t>
                </a:r>
              </a:p>
            </p:txBody>
          </p:sp>
        </mc:Choice>
        <mc:Fallback xmlns="">
          <p:sp>
            <p:nvSpPr>
              <p:cNvPr id="69" name="Rectangle 68">
                <a:extLst>
                  <a:ext uri="{FF2B5EF4-FFF2-40B4-BE49-F238E27FC236}">
                    <a16:creationId xmlns:a16="http://schemas.microsoft.com/office/drawing/2014/main" id="{8E9FD9BF-E9E8-78F4-61F1-4FC690CF8EE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06930" y="5990719"/>
                <a:ext cx="3504229" cy="451104"/>
              </a:xfrm>
              <a:prstGeom prst="rect">
                <a:avLst/>
              </a:prstGeom>
              <a:blipFill>
                <a:blip r:embed="rId8"/>
                <a:stretch>
                  <a:fillRect b="-5128"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Rectangle 66">
                <a:extLst>
                  <a:ext uri="{FF2B5EF4-FFF2-40B4-BE49-F238E27FC236}">
                    <a16:creationId xmlns:a16="http://schemas.microsoft.com/office/drawing/2014/main" id="{F118B357-9447-8010-F309-5168178195E6}"/>
                  </a:ext>
                </a:extLst>
              </p:cNvPr>
              <p:cNvSpPr/>
              <p:nvPr/>
            </p:nvSpPr>
            <p:spPr>
              <a:xfrm>
                <a:off x="12806931" y="7830579"/>
                <a:ext cx="3504228" cy="45110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Causal Conv1D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f</m:t>
                    </m:r>
                    <m:r>
                      <a:rPr lang="en-US" i="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0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l-GR" i="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i="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j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Arial" panose="020B0604020202020204" pitchFamily="34" charset="0"/>
                  </a:rPr>
                  <a:t>,</a:t>
                </a:r>
                <a:r>
                  <a:rPr lang="en-US" b="1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</a:t>
                </a:r>
                <a:r>
                  <a:rPr lang="en-US" baseline="-250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j</a:t>
                </a:r>
                <a:r>
                  <a:rPr lang="en-US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)</a:t>
                </a:r>
              </a:p>
            </p:txBody>
          </p:sp>
        </mc:Choice>
        <mc:Fallback xmlns="">
          <p:sp>
            <p:nvSpPr>
              <p:cNvPr id="67" name="Rectangle 66">
                <a:extLst>
                  <a:ext uri="{FF2B5EF4-FFF2-40B4-BE49-F238E27FC236}">
                    <a16:creationId xmlns:a16="http://schemas.microsoft.com/office/drawing/2014/main" id="{F118B357-9447-8010-F309-5168178195E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06931" y="7830579"/>
                <a:ext cx="3504228" cy="451104"/>
              </a:xfrm>
              <a:prstGeom prst="rect">
                <a:avLst/>
              </a:prstGeom>
              <a:blipFill>
                <a:blip r:embed="rId9"/>
                <a:stretch>
                  <a:fillRect b="-5128"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69E13A08-0F13-3F6E-8D94-ED2970832D6E}"/>
              </a:ext>
            </a:extLst>
          </p:cNvPr>
          <p:cNvSpPr txBox="1"/>
          <p:nvPr/>
        </p:nvSpPr>
        <p:spPr>
          <a:xfrm>
            <a:off x="13756667" y="10756895"/>
            <a:ext cx="4882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7990BB5-A52A-5038-31B0-0D963E090A5E}"/>
              </a:ext>
            </a:extLst>
          </p:cNvPr>
          <p:cNvSpPr txBox="1"/>
          <p:nvPr/>
        </p:nvSpPr>
        <p:spPr>
          <a:xfrm>
            <a:off x="12799687" y="10758767"/>
            <a:ext cx="4882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C40C26EA-F96C-1E83-B5DB-164F8F74AE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4832745"/>
              </p:ext>
            </p:extLst>
          </p:nvPr>
        </p:nvGraphicFramePr>
        <p:xfrm>
          <a:off x="11998814" y="10197352"/>
          <a:ext cx="4807842" cy="5508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1307">
                  <a:extLst>
                    <a:ext uri="{9D8B030D-6E8A-4147-A177-3AD203B41FA5}">
                      <a16:colId xmlns:a16="http://schemas.microsoft.com/office/drawing/2014/main" val="4280472230"/>
                    </a:ext>
                  </a:extLst>
                </a:gridCol>
                <a:gridCol w="801307">
                  <a:extLst>
                    <a:ext uri="{9D8B030D-6E8A-4147-A177-3AD203B41FA5}">
                      <a16:colId xmlns:a16="http://schemas.microsoft.com/office/drawing/2014/main" val="1362583053"/>
                    </a:ext>
                  </a:extLst>
                </a:gridCol>
                <a:gridCol w="801307">
                  <a:extLst>
                    <a:ext uri="{9D8B030D-6E8A-4147-A177-3AD203B41FA5}">
                      <a16:colId xmlns:a16="http://schemas.microsoft.com/office/drawing/2014/main" val="2429826711"/>
                    </a:ext>
                  </a:extLst>
                </a:gridCol>
                <a:gridCol w="801307">
                  <a:extLst>
                    <a:ext uri="{9D8B030D-6E8A-4147-A177-3AD203B41FA5}">
                      <a16:colId xmlns:a16="http://schemas.microsoft.com/office/drawing/2014/main" val="4018474088"/>
                    </a:ext>
                  </a:extLst>
                </a:gridCol>
                <a:gridCol w="801307">
                  <a:extLst>
                    <a:ext uri="{9D8B030D-6E8A-4147-A177-3AD203B41FA5}">
                      <a16:colId xmlns:a16="http://schemas.microsoft.com/office/drawing/2014/main" val="2442934800"/>
                    </a:ext>
                  </a:extLst>
                </a:gridCol>
                <a:gridCol w="801307">
                  <a:extLst>
                    <a:ext uri="{9D8B030D-6E8A-4147-A177-3AD203B41FA5}">
                      <a16:colId xmlns:a16="http://schemas.microsoft.com/office/drawing/2014/main" val="616764345"/>
                    </a:ext>
                  </a:extLst>
                </a:gridCol>
              </a:tblGrid>
              <a:tr h="294766">
                <a:tc>
                  <a:txBody>
                    <a:bodyPr/>
                    <a:lstStyle/>
                    <a:p>
                      <a:endParaRPr lang="en-US" sz="3100" dirty="0"/>
                    </a:p>
                  </a:txBody>
                  <a:tcPr marL="78377" marR="78377" marT="39189" marB="3918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100" dirty="0"/>
                    </a:p>
                  </a:txBody>
                  <a:tcPr marL="78377" marR="78377" marT="39189" marB="3918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100" dirty="0"/>
                    </a:p>
                  </a:txBody>
                  <a:tcPr marL="78377" marR="78377" marT="39189" marB="3918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100" dirty="0"/>
                    </a:p>
                  </a:txBody>
                  <a:tcPr marL="78377" marR="78377" marT="39189" marB="3918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100" dirty="0"/>
                    </a:p>
                  </a:txBody>
                  <a:tcPr marL="78377" marR="78377" marT="39189" marB="3918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100" dirty="0"/>
                    </a:p>
                  </a:txBody>
                  <a:tcPr marL="78377" marR="78377" marT="39189" marB="3918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450429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E34D640F-F03B-277F-CDFD-BF70680DA5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6014809"/>
              </p:ext>
            </p:extLst>
          </p:nvPr>
        </p:nvGraphicFramePr>
        <p:xfrm>
          <a:off x="12118720" y="10343320"/>
          <a:ext cx="4751016" cy="5508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1836">
                  <a:extLst>
                    <a:ext uri="{9D8B030D-6E8A-4147-A177-3AD203B41FA5}">
                      <a16:colId xmlns:a16="http://schemas.microsoft.com/office/drawing/2014/main" val="4280472230"/>
                    </a:ext>
                  </a:extLst>
                </a:gridCol>
                <a:gridCol w="791836">
                  <a:extLst>
                    <a:ext uri="{9D8B030D-6E8A-4147-A177-3AD203B41FA5}">
                      <a16:colId xmlns:a16="http://schemas.microsoft.com/office/drawing/2014/main" val="1362583053"/>
                    </a:ext>
                  </a:extLst>
                </a:gridCol>
                <a:gridCol w="791836">
                  <a:extLst>
                    <a:ext uri="{9D8B030D-6E8A-4147-A177-3AD203B41FA5}">
                      <a16:colId xmlns:a16="http://schemas.microsoft.com/office/drawing/2014/main" val="2429826711"/>
                    </a:ext>
                  </a:extLst>
                </a:gridCol>
                <a:gridCol w="791836">
                  <a:extLst>
                    <a:ext uri="{9D8B030D-6E8A-4147-A177-3AD203B41FA5}">
                      <a16:colId xmlns:a16="http://schemas.microsoft.com/office/drawing/2014/main" val="4018474088"/>
                    </a:ext>
                  </a:extLst>
                </a:gridCol>
                <a:gridCol w="791836">
                  <a:extLst>
                    <a:ext uri="{9D8B030D-6E8A-4147-A177-3AD203B41FA5}">
                      <a16:colId xmlns:a16="http://schemas.microsoft.com/office/drawing/2014/main" val="2442934800"/>
                    </a:ext>
                  </a:extLst>
                </a:gridCol>
                <a:gridCol w="791836">
                  <a:extLst>
                    <a:ext uri="{9D8B030D-6E8A-4147-A177-3AD203B41FA5}">
                      <a16:colId xmlns:a16="http://schemas.microsoft.com/office/drawing/2014/main" val="616764345"/>
                    </a:ext>
                  </a:extLst>
                </a:gridCol>
              </a:tblGrid>
              <a:tr h="294766">
                <a:tc>
                  <a:txBody>
                    <a:bodyPr/>
                    <a:lstStyle/>
                    <a:p>
                      <a:endParaRPr lang="en-US" sz="3100" dirty="0"/>
                    </a:p>
                  </a:txBody>
                  <a:tcPr marL="78377" marR="78377" marT="39189" marB="3918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100" dirty="0"/>
                    </a:p>
                  </a:txBody>
                  <a:tcPr marL="78377" marR="78377" marT="39189" marB="3918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100" dirty="0"/>
                    </a:p>
                  </a:txBody>
                  <a:tcPr marL="78377" marR="78377" marT="39189" marB="3918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100" dirty="0"/>
                    </a:p>
                  </a:txBody>
                  <a:tcPr marL="78377" marR="78377" marT="39189" marB="3918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100" dirty="0"/>
                    </a:p>
                  </a:txBody>
                  <a:tcPr marL="78377" marR="78377" marT="39189" marB="3918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100" dirty="0"/>
                    </a:p>
                  </a:txBody>
                  <a:tcPr marL="78377" marR="78377" marT="39189" marB="3918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450429"/>
                  </a:ext>
                </a:extLst>
              </a:tr>
            </a:tbl>
          </a:graphicData>
        </a:graphic>
      </p:graphicFrame>
      <p:graphicFrame>
        <p:nvGraphicFramePr>
          <p:cNvPr id="95" name="Table 94">
            <a:extLst>
              <a:ext uri="{FF2B5EF4-FFF2-40B4-BE49-F238E27FC236}">
                <a16:creationId xmlns:a16="http://schemas.microsoft.com/office/drawing/2014/main" id="{0ADB0C9E-BA6B-4E00-389C-41DE547308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4261830"/>
              </p:ext>
            </p:extLst>
          </p:nvPr>
        </p:nvGraphicFramePr>
        <p:xfrm>
          <a:off x="12260038" y="10489288"/>
          <a:ext cx="4751016" cy="5508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1836">
                  <a:extLst>
                    <a:ext uri="{9D8B030D-6E8A-4147-A177-3AD203B41FA5}">
                      <a16:colId xmlns:a16="http://schemas.microsoft.com/office/drawing/2014/main" val="4280472230"/>
                    </a:ext>
                  </a:extLst>
                </a:gridCol>
                <a:gridCol w="791836">
                  <a:extLst>
                    <a:ext uri="{9D8B030D-6E8A-4147-A177-3AD203B41FA5}">
                      <a16:colId xmlns:a16="http://schemas.microsoft.com/office/drawing/2014/main" val="1362583053"/>
                    </a:ext>
                  </a:extLst>
                </a:gridCol>
                <a:gridCol w="791836">
                  <a:extLst>
                    <a:ext uri="{9D8B030D-6E8A-4147-A177-3AD203B41FA5}">
                      <a16:colId xmlns:a16="http://schemas.microsoft.com/office/drawing/2014/main" val="2429826711"/>
                    </a:ext>
                  </a:extLst>
                </a:gridCol>
                <a:gridCol w="791836">
                  <a:extLst>
                    <a:ext uri="{9D8B030D-6E8A-4147-A177-3AD203B41FA5}">
                      <a16:colId xmlns:a16="http://schemas.microsoft.com/office/drawing/2014/main" val="4018474088"/>
                    </a:ext>
                  </a:extLst>
                </a:gridCol>
                <a:gridCol w="791836">
                  <a:extLst>
                    <a:ext uri="{9D8B030D-6E8A-4147-A177-3AD203B41FA5}">
                      <a16:colId xmlns:a16="http://schemas.microsoft.com/office/drawing/2014/main" val="2442934800"/>
                    </a:ext>
                  </a:extLst>
                </a:gridCol>
                <a:gridCol w="791836">
                  <a:extLst>
                    <a:ext uri="{9D8B030D-6E8A-4147-A177-3AD203B41FA5}">
                      <a16:colId xmlns:a16="http://schemas.microsoft.com/office/drawing/2014/main" val="616764345"/>
                    </a:ext>
                  </a:extLst>
                </a:gridCol>
              </a:tblGrid>
              <a:tr h="294766">
                <a:tc>
                  <a:txBody>
                    <a:bodyPr/>
                    <a:lstStyle/>
                    <a:p>
                      <a:endParaRPr lang="en-US" sz="3100" dirty="0"/>
                    </a:p>
                  </a:txBody>
                  <a:tcPr marL="78377" marR="78377" marT="39189" marB="3918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3100" dirty="0">
                        <a:solidFill>
                          <a:schemeClr val="tx1"/>
                        </a:solidFill>
                      </a:endParaRPr>
                    </a:p>
                  </a:txBody>
                  <a:tcPr marL="78377" marR="78377" marT="39189" marB="3918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3100" dirty="0">
                        <a:solidFill>
                          <a:schemeClr val="tx1"/>
                        </a:solidFill>
                      </a:endParaRPr>
                    </a:p>
                  </a:txBody>
                  <a:tcPr marL="78377" marR="78377" marT="39189" marB="3918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3100" dirty="0">
                        <a:solidFill>
                          <a:schemeClr val="tx1"/>
                        </a:solidFill>
                      </a:endParaRPr>
                    </a:p>
                  </a:txBody>
                  <a:tcPr marL="78377" marR="78377" marT="39189" marB="3918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100" dirty="0"/>
                    </a:p>
                  </a:txBody>
                  <a:tcPr marL="78377" marR="78377" marT="39189" marB="3918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100" dirty="0"/>
                    </a:p>
                  </a:txBody>
                  <a:tcPr marL="78377" marR="78377" marT="39189" marB="3918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450429"/>
                  </a:ext>
                </a:extLst>
              </a:tr>
            </a:tbl>
          </a:graphicData>
        </a:graphic>
      </p:graphicFrame>
      <p:sp>
        <p:nvSpPr>
          <p:cNvPr id="50" name="TextBox 49">
            <a:extLst>
              <a:ext uri="{FF2B5EF4-FFF2-40B4-BE49-F238E27FC236}">
                <a16:creationId xmlns:a16="http://schemas.microsoft.com/office/drawing/2014/main" id="{7A60208A-FD52-5418-C1B6-AE7A52695F5E}"/>
              </a:ext>
            </a:extLst>
          </p:cNvPr>
          <p:cNvSpPr txBox="1"/>
          <p:nvPr/>
        </p:nvSpPr>
        <p:spPr>
          <a:xfrm>
            <a:off x="14659326" y="12491225"/>
            <a:ext cx="5303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c</a:t>
            </a:r>
            <a:r>
              <a:rPr lang="en-US" sz="2800" baseline="-250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j</a:t>
            </a:r>
            <a:endParaRPr lang="en-US" sz="28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47ADE32C-7C8B-D70D-B1A4-C6A6C1AB1A80}"/>
              </a:ext>
            </a:extLst>
          </p:cNvPr>
          <p:cNvCxnSpPr>
            <a:cxnSpLocks/>
          </p:cNvCxnSpPr>
          <p:nvPr/>
        </p:nvCxnSpPr>
        <p:spPr>
          <a:xfrm flipV="1">
            <a:off x="11319698" y="8281683"/>
            <a:ext cx="1487232" cy="1195721"/>
          </a:xfrm>
          <a:prstGeom prst="line">
            <a:avLst/>
          </a:prstGeom>
          <a:ln w="25400" cap="flat" cmpd="sng" algn="ctr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0208414D-5D2C-1030-3390-29A2EB74EA69}"/>
              </a:ext>
            </a:extLst>
          </p:cNvPr>
          <p:cNvCxnSpPr>
            <a:cxnSpLocks/>
          </p:cNvCxnSpPr>
          <p:nvPr/>
        </p:nvCxnSpPr>
        <p:spPr>
          <a:xfrm flipH="1" flipV="1">
            <a:off x="16340653" y="8281683"/>
            <a:ext cx="1863836" cy="1195067"/>
          </a:xfrm>
          <a:prstGeom prst="line">
            <a:avLst/>
          </a:prstGeom>
          <a:ln w="25400" cap="flat" cmpd="sng" algn="ctr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6FBE1E05-2E02-1416-CB2F-D6779C8B69BE}"/>
              </a:ext>
            </a:extLst>
          </p:cNvPr>
          <p:cNvCxnSpPr>
            <a:cxnSpLocks/>
          </p:cNvCxnSpPr>
          <p:nvPr/>
        </p:nvCxnSpPr>
        <p:spPr>
          <a:xfrm>
            <a:off x="14833310" y="12321948"/>
            <a:ext cx="419641" cy="43944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7" name="Table 26">
                <a:extLst>
                  <a:ext uri="{FF2B5EF4-FFF2-40B4-BE49-F238E27FC236}">
                    <a16:creationId xmlns:a16="http://schemas.microsoft.com/office/drawing/2014/main" id="{09F8F9DC-5E6D-13F8-DA99-765EDA0D53F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99175953"/>
                  </p:ext>
                </p:extLst>
              </p:nvPr>
            </p:nvGraphicFramePr>
            <p:xfrm>
              <a:off x="15002070" y="11853242"/>
              <a:ext cx="2820124" cy="56221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05031">
                      <a:extLst>
                        <a:ext uri="{9D8B030D-6E8A-4147-A177-3AD203B41FA5}">
                          <a16:colId xmlns:a16="http://schemas.microsoft.com/office/drawing/2014/main" val="4276668762"/>
                        </a:ext>
                      </a:extLst>
                    </a:gridCol>
                    <a:gridCol w="705031">
                      <a:extLst>
                        <a:ext uri="{9D8B030D-6E8A-4147-A177-3AD203B41FA5}">
                          <a16:colId xmlns:a16="http://schemas.microsoft.com/office/drawing/2014/main" val="2218868469"/>
                        </a:ext>
                      </a:extLst>
                    </a:gridCol>
                    <a:gridCol w="705031">
                      <a:extLst>
                        <a:ext uri="{9D8B030D-6E8A-4147-A177-3AD203B41FA5}">
                          <a16:colId xmlns:a16="http://schemas.microsoft.com/office/drawing/2014/main" val="3489084439"/>
                        </a:ext>
                      </a:extLst>
                    </a:gridCol>
                    <a:gridCol w="705031">
                      <a:extLst>
                        <a:ext uri="{9D8B030D-6E8A-4147-A177-3AD203B41FA5}">
                          <a16:colId xmlns:a16="http://schemas.microsoft.com/office/drawing/2014/main" val="4280472230"/>
                        </a:ext>
                      </a:extLst>
                    </a:gridCol>
                  </a:tblGrid>
                  <a:tr h="562215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  </m:t>
                                    </m:r>
                                    <m:r>
                                      <a:rPr lang="en-US" sz="2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sz="2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dirty="0"/>
                        </a:p>
                      </a:txBody>
                      <a:tcPr marL="104503" marR="104503" marT="52253" marB="52253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 …</m:t>
                                </m:r>
                              </m:oMath>
                            </m:oMathPara>
                          </a14:m>
                          <a:endParaRPr lang="en-US" sz="2000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04503" marR="104503" marT="52253" marB="52253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sSub>
                                  <m:sSubPr>
                                    <m:ctrlPr>
                                      <a:rPr lang="en-US" sz="2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  </m:t>
                                    </m:r>
                                    <m:r>
                                      <a:rPr lang="en-US" sz="2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sz="2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04503" marR="104503" marT="52253" marB="52253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US" sz="2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sz="2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i="1" dirty="0"/>
                        </a:p>
                      </a:txBody>
                      <a:tcPr marL="104503" marR="104503" marT="52253" marB="52253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545042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7" name="Table 26">
                <a:extLst>
                  <a:ext uri="{FF2B5EF4-FFF2-40B4-BE49-F238E27FC236}">
                    <a16:creationId xmlns:a16="http://schemas.microsoft.com/office/drawing/2014/main" id="{09F8F9DC-5E6D-13F8-DA99-765EDA0D53F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99175953"/>
                  </p:ext>
                </p:extLst>
              </p:nvPr>
            </p:nvGraphicFramePr>
            <p:xfrm>
              <a:off x="15002070" y="11853242"/>
              <a:ext cx="2820124" cy="56221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05031">
                      <a:extLst>
                        <a:ext uri="{9D8B030D-6E8A-4147-A177-3AD203B41FA5}">
                          <a16:colId xmlns:a16="http://schemas.microsoft.com/office/drawing/2014/main" val="4276668762"/>
                        </a:ext>
                      </a:extLst>
                    </a:gridCol>
                    <a:gridCol w="705031">
                      <a:extLst>
                        <a:ext uri="{9D8B030D-6E8A-4147-A177-3AD203B41FA5}">
                          <a16:colId xmlns:a16="http://schemas.microsoft.com/office/drawing/2014/main" val="2218868469"/>
                        </a:ext>
                      </a:extLst>
                    </a:gridCol>
                    <a:gridCol w="705031">
                      <a:extLst>
                        <a:ext uri="{9D8B030D-6E8A-4147-A177-3AD203B41FA5}">
                          <a16:colId xmlns:a16="http://schemas.microsoft.com/office/drawing/2014/main" val="3489084439"/>
                        </a:ext>
                      </a:extLst>
                    </a:gridCol>
                    <a:gridCol w="705031">
                      <a:extLst>
                        <a:ext uri="{9D8B030D-6E8A-4147-A177-3AD203B41FA5}">
                          <a16:colId xmlns:a16="http://schemas.microsoft.com/office/drawing/2014/main" val="4280472230"/>
                        </a:ext>
                      </a:extLst>
                    </a:gridCol>
                  </a:tblGrid>
                  <a:tr h="56221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04503" marR="104503" marT="52253" marB="52253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0"/>
                          <a:stretch>
                            <a:fillRect l="-1786" t="-2222" r="-300000" b="-1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04503" marR="104503" marT="52253" marB="52253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0"/>
                          <a:stretch>
                            <a:fillRect l="-101786" t="-2222" r="-200000" b="-1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04503" marR="104503" marT="52253" marB="52253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0"/>
                          <a:stretch>
                            <a:fillRect l="-205455" t="-2222" r="-103636" b="-1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04503" marR="104503" marT="52253" marB="52253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0"/>
                          <a:stretch>
                            <a:fillRect l="-300000" t="-2222" r="-1786" b="-13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5450429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6" name="Table 25">
                <a:extLst>
                  <a:ext uri="{FF2B5EF4-FFF2-40B4-BE49-F238E27FC236}">
                    <a16:creationId xmlns:a16="http://schemas.microsoft.com/office/drawing/2014/main" id="{8B67F84A-D601-BA7D-B691-46357ABAD05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04351825"/>
                  </p:ext>
                </p:extLst>
              </p:nvPr>
            </p:nvGraphicFramePr>
            <p:xfrm>
              <a:off x="15108837" y="11958448"/>
              <a:ext cx="2820124" cy="56221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05031">
                      <a:extLst>
                        <a:ext uri="{9D8B030D-6E8A-4147-A177-3AD203B41FA5}">
                          <a16:colId xmlns:a16="http://schemas.microsoft.com/office/drawing/2014/main" val="4276668762"/>
                        </a:ext>
                      </a:extLst>
                    </a:gridCol>
                    <a:gridCol w="705031">
                      <a:extLst>
                        <a:ext uri="{9D8B030D-6E8A-4147-A177-3AD203B41FA5}">
                          <a16:colId xmlns:a16="http://schemas.microsoft.com/office/drawing/2014/main" val="2218868469"/>
                        </a:ext>
                      </a:extLst>
                    </a:gridCol>
                    <a:gridCol w="705031">
                      <a:extLst>
                        <a:ext uri="{9D8B030D-6E8A-4147-A177-3AD203B41FA5}">
                          <a16:colId xmlns:a16="http://schemas.microsoft.com/office/drawing/2014/main" val="3489084439"/>
                        </a:ext>
                      </a:extLst>
                    </a:gridCol>
                    <a:gridCol w="705031">
                      <a:extLst>
                        <a:ext uri="{9D8B030D-6E8A-4147-A177-3AD203B41FA5}">
                          <a16:colId xmlns:a16="http://schemas.microsoft.com/office/drawing/2014/main" val="4280472230"/>
                        </a:ext>
                      </a:extLst>
                    </a:gridCol>
                  </a:tblGrid>
                  <a:tr h="562215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  </m:t>
                                    </m:r>
                                    <m:r>
                                      <a:rPr lang="en-US" sz="2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sz="2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dirty="0"/>
                        </a:p>
                      </a:txBody>
                      <a:tcPr marL="104503" marR="104503" marT="52253" marB="52253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 …</m:t>
                                </m:r>
                              </m:oMath>
                            </m:oMathPara>
                          </a14:m>
                          <a:endParaRPr lang="en-US" sz="2000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04503" marR="104503" marT="52253" marB="52253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sSub>
                                  <m:sSubPr>
                                    <m:ctrlPr>
                                      <a:rPr lang="en-US" sz="2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  </m:t>
                                    </m:r>
                                    <m:r>
                                      <a:rPr lang="en-US" sz="2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sz="2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04503" marR="104503" marT="52253" marB="52253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US" sz="2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sz="2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i="1" dirty="0"/>
                        </a:p>
                      </a:txBody>
                      <a:tcPr marL="104503" marR="104503" marT="52253" marB="52253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545042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6" name="Table 25">
                <a:extLst>
                  <a:ext uri="{FF2B5EF4-FFF2-40B4-BE49-F238E27FC236}">
                    <a16:creationId xmlns:a16="http://schemas.microsoft.com/office/drawing/2014/main" id="{8B67F84A-D601-BA7D-B691-46357ABAD05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04351825"/>
                  </p:ext>
                </p:extLst>
              </p:nvPr>
            </p:nvGraphicFramePr>
            <p:xfrm>
              <a:off x="15108837" y="11958448"/>
              <a:ext cx="2820124" cy="56221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05031">
                      <a:extLst>
                        <a:ext uri="{9D8B030D-6E8A-4147-A177-3AD203B41FA5}">
                          <a16:colId xmlns:a16="http://schemas.microsoft.com/office/drawing/2014/main" val="4276668762"/>
                        </a:ext>
                      </a:extLst>
                    </a:gridCol>
                    <a:gridCol w="705031">
                      <a:extLst>
                        <a:ext uri="{9D8B030D-6E8A-4147-A177-3AD203B41FA5}">
                          <a16:colId xmlns:a16="http://schemas.microsoft.com/office/drawing/2014/main" val="2218868469"/>
                        </a:ext>
                      </a:extLst>
                    </a:gridCol>
                    <a:gridCol w="705031">
                      <a:extLst>
                        <a:ext uri="{9D8B030D-6E8A-4147-A177-3AD203B41FA5}">
                          <a16:colId xmlns:a16="http://schemas.microsoft.com/office/drawing/2014/main" val="3489084439"/>
                        </a:ext>
                      </a:extLst>
                    </a:gridCol>
                    <a:gridCol w="705031">
                      <a:extLst>
                        <a:ext uri="{9D8B030D-6E8A-4147-A177-3AD203B41FA5}">
                          <a16:colId xmlns:a16="http://schemas.microsoft.com/office/drawing/2014/main" val="4280472230"/>
                        </a:ext>
                      </a:extLst>
                    </a:gridCol>
                  </a:tblGrid>
                  <a:tr h="56221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04503" marR="104503" marT="52253" marB="52253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1"/>
                          <a:stretch>
                            <a:fillRect l="-1786" t="-2222" r="-301786" b="-1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04503" marR="104503" marT="52253" marB="52253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1"/>
                          <a:stretch>
                            <a:fillRect l="-101786" t="-2222" r="-201786" b="-1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04503" marR="104503" marT="52253" marB="52253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1"/>
                          <a:stretch>
                            <a:fillRect l="-205455" t="-2222" r="-105455" b="-1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04503" marR="104503" marT="52253" marB="52253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1"/>
                          <a:stretch>
                            <a:fillRect l="-300000" t="-2222" r="-3571" b="-13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5450429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8" name="Table 137">
                <a:extLst>
                  <a:ext uri="{FF2B5EF4-FFF2-40B4-BE49-F238E27FC236}">
                    <a16:creationId xmlns:a16="http://schemas.microsoft.com/office/drawing/2014/main" id="{694612EF-E3E9-3CCC-E104-2AD58FB5689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86261038"/>
                  </p:ext>
                </p:extLst>
              </p:nvPr>
            </p:nvGraphicFramePr>
            <p:xfrm>
              <a:off x="15219265" y="12072963"/>
              <a:ext cx="2820124" cy="56221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05031">
                      <a:extLst>
                        <a:ext uri="{9D8B030D-6E8A-4147-A177-3AD203B41FA5}">
                          <a16:colId xmlns:a16="http://schemas.microsoft.com/office/drawing/2014/main" val="4276668762"/>
                        </a:ext>
                      </a:extLst>
                    </a:gridCol>
                    <a:gridCol w="705031">
                      <a:extLst>
                        <a:ext uri="{9D8B030D-6E8A-4147-A177-3AD203B41FA5}">
                          <a16:colId xmlns:a16="http://schemas.microsoft.com/office/drawing/2014/main" val="2218868469"/>
                        </a:ext>
                      </a:extLst>
                    </a:gridCol>
                    <a:gridCol w="705031">
                      <a:extLst>
                        <a:ext uri="{9D8B030D-6E8A-4147-A177-3AD203B41FA5}">
                          <a16:colId xmlns:a16="http://schemas.microsoft.com/office/drawing/2014/main" val="3489084439"/>
                        </a:ext>
                      </a:extLst>
                    </a:gridCol>
                    <a:gridCol w="705031">
                      <a:extLst>
                        <a:ext uri="{9D8B030D-6E8A-4147-A177-3AD203B41FA5}">
                          <a16:colId xmlns:a16="http://schemas.microsoft.com/office/drawing/2014/main" val="4280472230"/>
                        </a:ext>
                      </a:extLst>
                    </a:gridCol>
                  </a:tblGrid>
                  <a:tr h="562215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  </m:t>
                                    </m:r>
                                    <m:r>
                                      <a:rPr lang="en-US" sz="2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sz="2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dirty="0"/>
                        </a:p>
                      </a:txBody>
                      <a:tcPr marL="104503" marR="104503" marT="52253" marB="52253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 …</m:t>
                                </m:r>
                              </m:oMath>
                            </m:oMathPara>
                          </a14:m>
                          <a:endParaRPr lang="en-US" sz="2000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04503" marR="104503" marT="52253" marB="52253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sSub>
                                  <m:sSubPr>
                                    <m:ctrlPr>
                                      <a:rPr lang="en-US" sz="2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  </m:t>
                                    </m:r>
                                    <m:r>
                                      <a:rPr lang="en-US" sz="2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sz="2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04503" marR="104503" marT="52253" marB="52253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US" sz="2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sz="2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i="1" dirty="0"/>
                        </a:p>
                      </a:txBody>
                      <a:tcPr marL="104503" marR="104503" marT="52253" marB="52253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545042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8" name="Table 137">
                <a:extLst>
                  <a:ext uri="{FF2B5EF4-FFF2-40B4-BE49-F238E27FC236}">
                    <a16:creationId xmlns:a16="http://schemas.microsoft.com/office/drawing/2014/main" id="{694612EF-E3E9-3CCC-E104-2AD58FB5689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86261038"/>
                  </p:ext>
                </p:extLst>
              </p:nvPr>
            </p:nvGraphicFramePr>
            <p:xfrm>
              <a:off x="15219265" y="12072963"/>
              <a:ext cx="2820124" cy="56221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05031">
                      <a:extLst>
                        <a:ext uri="{9D8B030D-6E8A-4147-A177-3AD203B41FA5}">
                          <a16:colId xmlns:a16="http://schemas.microsoft.com/office/drawing/2014/main" val="4276668762"/>
                        </a:ext>
                      </a:extLst>
                    </a:gridCol>
                    <a:gridCol w="705031">
                      <a:extLst>
                        <a:ext uri="{9D8B030D-6E8A-4147-A177-3AD203B41FA5}">
                          <a16:colId xmlns:a16="http://schemas.microsoft.com/office/drawing/2014/main" val="2218868469"/>
                        </a:ext>
                      </a:extLst>
                    </a:gridCol>
                    <a:gridCol w="705031">
                      <a:extLst>
                        <a:ext uri="{9D8B030D-6E8A-4147-A177-3AD203B41FA5}">
                          <a16:colId xmlns:a16="http://schemas.microsoft.com/office/drawing/2014/main" val="3489084439"/>
                        </a:ext>
                      </a:extLst>
                    </a:gridCol>
                    <a:gridCol w="705031">
                      <a:extLst>
                        <a:ext uri="{9D8B030D-6E8A-4147-A177-3AD203B41FA5}">
                          <a16:colId xmlns:a16="http://schemas.microsoft.com/office/drawing/2014/main" val="4280472230"/>
                        </a:ext>
                      </a:extLst>
                    </a:gridCol>
                  </a:tblGrid>
                  <a:tr h="56221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04503" marR="104503" marT="52253" marB="52253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2"/>
                          <a:stretch>
                            <a:fillRect l="-1786" t="-2222" r="-300000" b="-1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04503" marR="104503" marT="52253" marB="52253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2"/>
                          <a:stretch>
                            <a:fillRect l="-101786" t="-2222" r="-200000" b="-1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04503" marR="104503" marT="52253" marB="52253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2"/>
                          <a:stretch>
                            <a:fillRect l="-205455" t="-2222" r="-103636" b="-1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04503" marR="104503" marT="52253" marB="52253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2"/>
                          <a:stretch>
                            <a:fillRect l="-300000" t="-2222" r="-1786" b="-13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545042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39" name="Freeform 138">
            <a:extLst>
              <a:ext uri="{FF2B5EF4-FFF2-40B4-BE49-F238E27FC236}">
                <a16:creationId xmlns:a16="http://schemas.microsoft.com/office/drawing/2014/main" id="{8439201A-58B3-CE5D-1A41-0D29AF6173A5}"/>
              </a:ext>
            </a:extLst>
          </p:cNvPr>
          <p:cNvSpPr/>
          <p:nvPr/>
        </p:nvSpPr>
        <p:spPr>
          <a:xfrm>
            <a:off x="16769553" y="12124682"/>
            <a:ext cx="456577" cy="267745"/>
          </a:xfrm>
          <a:custGeom>
            <a:avLst/>
            <a:gdLst>
              <a:gd name="connsiteX0" fmla="*/ 0 w 1900989"/>
              <a:gd name="connsiteY0" fmla="*/ 818389 h 837160"/>
              <a:gd name="connsiteX1" fmla="*/ 733926 w 1900989"/>
              <a:gd name="connsiteY1" fmla="*/ 722136 h 837160"/>
              <a:gd name="connsiteX2" fmla="*/ 998621 w 1900989"/>
              <a:gd name="connsiteY2" fmla="*/ 242 h 837160"/>
              <a:gd name="connsiteX3" fmla="*/ 1299411 w 1900989"/>
              <a:gd name="connsiteY3" fmla="*/ 806358 h 837160"/>
              <a:gd name="connsiteX4" fmla="*/ 1900989 w 1900989"/>
              <a:gd name="connsiteY4" fmla="*/ 661979 h 837160"/>
              <a:gd name="csX0" fmla="*/ 0 w 1900989"/>
              <a:gd name="csY0" fmla="*/ 818389 h 861232"/>
              <a:gd name="csX1" fmla="*/ 733926 w 1900989"/>
              <a:gd name="csY1" fmla="*/ 722136 h 861232"/>
              <a:gd name="csX2" fmla="*/ 998621 w 1900989"/>
              <a:gd name="csY2" fmla="*/ 242 h 861232"/>
              <a:gd name="csX3" fmla="*/ 1299411 w 1900989"/>
              <a:gd name="csY3" fmla="*/ 806358 h 861232"/>
              <a:gd name="csX4" fmla="*/ 1900989 w 1900989"/>
              <a:gd name="csY4" fmla="*/ 796481 h 861232"/>
              <a:gd name="csX0" fmla="*/ 0 w 1900989"/>
              <a:gd name="csY0" fmla="*/ 818389 h 886633"/>
              <a:gd name="csX1" fmla="*/ 733926 w 1900989"/>
              <a:gd name="csY1" fmla="*/ 722136 h 886633"/>
              <a:gd name="csX2" fmla="*/ 998621 w 1900989"/>
              <a:gd name="csY2" fmla="*/ 242 h 886633"/>
              <a:gd name="csX3" fmla="*/ 1299411 w 1900989"/>
              <a:gd name="csY3" fmla="*/ 806358 h 886633"/>
              <a:gd name="csX4" fmla="*/ 1900989 w 1900989"/>
              <a:gd name="csY4" fmla="*/ 856257 h 886633"/>
              <a:gd name="csX0" fmla="*/ 0 w 1900989"/>
              <a:gd name="csY0" fmla="*/ 893116 h 897788"/>
              <a:gd name="csX1" fmla="*/ 733926 w 1900989"/>
              <a:gd name="csY1" fmla="*/ 722141 h 897788"/>
              <a:gd name="csX2" fmla="*/ 998621 w 1900989"/>
              <a:gd name="csY2" fmla="*/ 247 h 897788"/>
              <a:gd name="csX3" fmla="*/ 1299411 w 1900989"/>
              <a:gd name="csY3" fmla="*/ 806363 h 897788"/>
              <a:gd name="csX4" fmla="*/ 1900989 w 1900989"/>
              <a:gd name="csY4" fmla="*/ 856262 h 8977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900989" h="897788">
                <a:moveTo>
                  <a:pt x="0" y="893116"/>
                </a:moveTo>
                <a:cubicBezTo>
                  <a:pt x="283744" y="913168"/>
                  <a:pt x="567489" y="870952"/>
                  <a:pt x="733926" y="722141"/>
                </a:cubicBezTo>
                <a:cubicBezTo>
                  <a:pt x="900363" y="573330"/>
                  <a:pt x="904374" y="-13790"/>
                  <a:pt x="998621" y="247"/>
                </a:cubicBezTo>
                <a:cubicBezTo>
                  <a:pt x="1092868" y="14284"/>
                  <a:pt x="1149016" y="696074"/>
                  <a:pt x="1299411" y="806363"/>
                </a:cubicBezTo>
                <a:cubicBezTo>
                  <a:pt x="1449806" y="916652"/>
                  <a:pt x="1802731" y="892357"/>
                  <a:pt x="1900989" y="856262"/>
                </a:cubicBezTo>
              </a:path>
            </a:pathLst>
          </a:cu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0" name="Freeform 139">
            <a:extLst>
              <a:ext uri="{FF2B5EF4-FFF2-40B4-BE49-F238E27FC236}">
                <a16:creationId xmlns:a16="http://schemas.microsoft.com/office/drawing/2014/main" id="{4BF5BC9B-72C5-4FB0-51C9-9E4DC3DF682E}"/>
              </a:ext>
            </a:extLst>
          </p:cNvPr>
          <p:cNvSpPr/>
          <p:nvPr/>
        </p:nvSpPr>
        <p:spPr>
          <a:xfrm>
            <a:off x="15385313" y="12139458"/>
            <a:ext cx="395902" cy="200196"/>
          </a:xfrm>
          <a:custGeom>
            <a:avLst/>
            <a:gdLst>
              <a:gd name="connsiteX0" fmla="*/ 0 w 1900989"/>
              <a:gd name="connsiteY0" fmla="*/ 818389 h 837160"/>
              <a:gd name="connsiteX1" fmla="*/ 733926 w 1900989"/>
              <a:gd name="connsiteY1" fmla="*/ 722136 h 837160"/>
              <a:gd name="connsiteX2" fmla="*/ 998621 w 1900989"/>
              <a:gd name="connsiteY2" fmla="*/ 242 h 837160"/>
              <a:gd name="connsiteX3" fmla="*/ 1299411 w 1900989"/>
              <a:gd name="connsiteY3" fmla="*/ 806358 h 837160"/>
              <a:gd name="connsiteX4" fmla="*/ 1900989 w 1900989"/>
              <a:gd name="connsiteY4" fmla="*/ 661979 h 837160"/>
              <a:gd name="csX0" fmla="*/ 0 w 1900989"/>
              <a:gd name="csY0" fmla="*/ 818748 h 837519"/>
              <a:gd name="csX1" fmla="*/ 472748 w 1900989"/>
              <a:gd name="csY1" fmla="*/ 677663 h 837519"/>
              <a:gd name="csX2" fmla="*/ 998621 w 1900989"/>
              <a:gd name="csY2" fmla="*/ 601 h 837519"/>
              <a:gd name="csX3" fmla="*/ 1299411 w 1900989"/>
              <a:gd name="csY3" fmla="*/ 806717 h 837519"/>
              <a:gd name="csX4" fmla="*/ 1900989 w 1900989"/>
              <a:gd name="csY4" fmla="*/ 662338 h 837519"/>
              <a:gd name="csX0" fmla="*/ 0 w 1900989"/>
              <a:gd name="csY0" fmla="*/ 818748 h 879101"/>
              <a:gd name="csX1" fmla="*/ 472748 w 1900989"/>
              <a:gd name="csY1" fmla="*/ 677663 h 879101"/>
              <a:gd name="csX2" fmla="*/ 998621 w 1900989"/>
              <a:gd name="csY2" fmla="*/ 601 h 879101"/>
              <a:gd name="csX3" fmla="*/ 1299411 w 1900989"/>
              <a:gd name="csY3" fmla="*/ 806717 h 879101"/>
              <a:gd name="csX4" fmla="*/ 1900989 w 1900989"/>
              <a:gd name="csY4" fmla="*/ 841673 h 879101"/>
              <a:gd name="csX0" fmla="*/ 0 w 1900989"/>
              <a:gd name="csY0" fmla="*/ 818150 h 849821"/>
              <a:gd name="csX1" fmla="*/ 472748 w 1900989"/>
              <a:gd name="csY1" fmla="*/ 677065 h 849821"/>
              <a:gd name="csX2" fmla="*/ 998621 w 1900989"/>
              <a:gd name="csY2" fmla="*/ 3 h 849821"/>
              <a:gd name="csX3" fmla="*/ 1478971 w 1900989"/>
              <a:gd name="csY3" fmla="*/ 686566 h 849821"/>
              <a:gd name="csX4" fmla="*/ 1900989 w 1900989"/>
              <a:gd name="csY4" fmla="*/ 841075 h 84982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900989" h="849821">
                <a:moveTo>
                  <a:pt x="0" y="818150"/>
                </a:moveTo>
                <a:cubicBezTo>
                  <a:pt x="283744" y="838202"/>
                  <a:pt x="306311" y="813423"/>
                  <a:pt x="472748" y="677065"/>
                </a:cubicBezTo>
                <a:cubicBezTo>
                  <a:pt x="639185" y="540707"/>
                  <a:pt x="830917" y="-1581"/>
                  <a:pt x="998621" y="3"/>
                </a:cubicBezTo>
                <a:cubicBezTo>
                  <a:pt x="1166325" y="1587"/>
                  <a:pt x="1328576" y="576277"/>
                  <a:pt x="1478971" y="686566"/>
                </a:cubicBezTo>
                <a:cubicBezTo>
                  <a:pt x="1629366" y="796855"/>
                  <a:pt x="1802731" y="877170"/>
                  <a:pt x="1900989" y="841075"/>
                </a:cubicBezTo>
              </a:path>
            </a:pathLst>
          </a:cu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2" name="Freeform 141">
            <a:extLst>
              <a:ext uri="{FF2B5EF4-FFF2-40B4-BE49-F238E27FC236}">
                <a16:creationId xmlns:a16="http://schemas.microsoft.com/office/drawing/2014/main" id="{5EDFCFEC-3560-7D0F-3575-B985DFDC19D9}"/>
              </a:ext>
            </a:extLst>
          </p:cNvPr>
          <p:cNvSpPr/>
          <p:nvPr/>
        </p:nvSpPr>
        <p:spPr>
          <a:xfrm>
            <a:off x="17435618" y="12122370"/>
            <a:ext cx="456577" cy="278949"/>
          </a:xfrm>
          <a:custGeom>
            <a:avLst/>
            <a:gdLst>
              <a:gd name="connsiteX0" fmla="*/ 0 w 1900989"/>
              <a:gd name="connsiteY0" fmla="*/ 818389 h 837160"/>
              <a:gd name="connsiteX1" fmla="*/ 733926 w 1900989"/>
              <a:gd name="connsiteY1" fmla="*/ 722136 h 837160"/>
              <a:gd name="connsiteX2" fmla="*/ 998621 w 1900989"/>
              <a:gd name="connsiteY2" fmla="*/ 242 h 837160"/>
              <a:gd name="connsiteX3" fmla="*/ 1299411 w 1900989"/>
              <a:gd name="connsiteY3" fmla="*/ 806358 h 837160"/>
              <a:gd name="connsiteX4" fmla="*/ 1900989 w 1900989"/>
              <a:gd name="connsiteY4" fmla="*/ 661979 h 837160"/>
              <a:gd name="csX0" fmla="*/ 0 w 1900989"/>
              <a:gd name="csY0" fmla="*/ 818748 h 837519"/>
              <a:gd name="csX1" fmla="*/ 472748 w 1900989"/>
              <a:gd name="csY1" fmla="*/ 677663 h 837519"/>
              <a:gd name="csX2" fmla="*/ 998621 w 1900989"/>
              <a:gd name="csY2" fmla="*/ 601 h 837519"/>
              <a:gd name="csX3" fmla="*/ 1299411 w 1900989"/>
              <a:gd name="csY3" fmla="*/ 806717 h 837519"/>
              <a:gd name="csX4" fmla="*/ 1900989 w 1900989"/>
              <a:gd name="csY4" fmla="*/ 662338 h 837519"/>
              <a:gd name="csX0" fmla="*/ 0 w 1900989"/>
              <a:gd name="csY0" fmla="*/ 818748 h 879101"/>
              <a:gd name="csX1" fmla="*/ 472748 w 1900989"/>
              <a:gd name="csY1" fmla="*/ 677663 h 879101"/>
              <a:gd name="csX2" fmla="*/ 998621 w 1900989"/>
              <a:gd name="csY2" fmla="*/ 601 h 879101"/>
              <a:gd name="csX3" fmla="*/ 1299411 w 1900989"/>
              <a:gd name="csY3" fmla="*/ 806717 h 879101"/>
              <a:gd name="csX4" fmla="*/ 1900989 w 1900989"/>
              <a:gd name="csY4" fmla="*/ 841673 h 879101"/>
              <a:gd name="csX0" fmla="*/ 0 w 1900989"/>
              <a:gd name="csY0" fmla="*/ 818150 h 849821"/>
              <a:gd name="csX1" fmla="*/ 472748 w 1900989"/>
              <a:gd name="csY1" fmla="*/ 677065 h 849821"/>
              <a:gd name="csX2" fmla="*/ 998621 w 1900989"/>
              <a:gd name="csY2" fmla="*/ 3 h 849821"/>
              <a:gd name="csX3" fmla="*/ 1478971 w 1900989"/>
              <a:gd name="csY3" fmla="*/ 686566 h 849821"/>
              <a:gd name="csX4" fmla="*/ 1900989 w 1900989"/>
              <a:gd name="csY4" fmla="*/ 841075 h 84982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900989" h="849821">
                <a:moveTo>
                  <a:pt x="0" y="818150"/>
                </a:moveTo>
                <a:cubicBezTo>
                  <a:pt x="283744" y="838202"/>
                  <a:pt x="306311" y="813423"/>
                  <a:pt x="472748" y="677065"/>
                </a:cubicBezTo>
                <a:cubicBezTo>
                  <a:pt x="639185" y="540707"/>
                  <a:pt x="830917" y="-1581"/>
                  <a:pt x="998621" y="3"/>
                </a:cubicBezTo>
                <a:cubicBezTo>
                  <a:pt x="1166325" y="1587"/>
                  <a:pt x="1328576" y="576277"/>
                  <a:pt x="1478971" y="686566"/>
                </a:cubicBezTo>
                <a:cubicBezTo>
                  <a:pt x="1629366" y="796855"/>
                  <a:pt x="1802731" y="877170"/>
                  <a:pt x="1900989" y="841075"/>
                </a:cubicBezTo>
              </a:path>
            </a:pathLst>
          </a:cu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CBDB1D8-F2E0-F960-1FDB-228D1AB5E5A8}"/>
              </a:ext>
            </a:extLst>
          </p:cNvPr>
          <p:cNvSpPr txBox="1"/>
          <p:nvPr/>
        </p:nvSpPr>
        <p:spPr>
          <a:xfrm>
            <a:off x="11663953" y="10788481"/>
            <a:ext cx="5303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c</a:t>
            </a:r>
            <a:r>
              <a:rPr lang="en-US" sz="2800" baseline="-250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j</a:t>
            </a:r>
            <a:endParaRPr lang="en-US" sz="28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BCDFA866-1430-EC09-5DA7-A10550B5FE9A}"/>
              </a:ext>
            </a:extLst>
          </p:cNvPr>
          <p:cNvCxnSpPr>
            <a:cxnSpLocks/>
          </p:cNvCxnSpPr>
          <p:nvPr/>
        </p:nvCxnSpPr>
        <p:spPr>
          <a:xfrm>
            <a:off x="11832690" y="10731753"/>
            <a:ext cx="416060" cy="46476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aphicFrame>
        <p:nvGraphicFramePr>
          <p:cNvPr id="36" name="Table 35">
            <a:extLst>
              <a:ext uri="{FF2B5EF4-FFF2-40B4-BE49-F238E27FC236}">
                <a16:creationId xmlns:a16="http://schemas.microsoft.com/office/drawing/2014/main" id="{23B9F5D6-44D8-E602-CB68-BD2527824E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6971113"/>
              </p:ext>
            </p:extLst>
          </p:nvPr>
        </p:nvGraphicFramePr>
        <p:xfrm>
          <a:off x="11802390" y="13791818"/>
          <a:ext cx="5486400" cy="4001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218868469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489084439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78762339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428047223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136258305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429826711"/>
                    </a:ext>
                  </a:extLst>
                </a:gridCol>
              </a:tblGrid>
              <a:tr h="400110">
                <a:tc>
                  <a:txBody>
                    <a:bodyPr/>
                    <a:lstStyle/>
                    <a:p>
                      <a:pPr algn="ctr"/>
                      <a:r>
                        <a:rPr lang="en-US" sz="2000" b="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…</a:t>
                      </a:r>
                    </a:p>
                  </a:txBody>
                  <a:tcPr marL="78377" marR="78377" marT="39189" marB="3918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1" baseline="0" dirty="0" err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x</a:t>
                      </a:r>
                      <a:r>
                        <a:rPr lang="en-US" sz="2000" b="0" i="1" baseline="-25000" dirty="0" err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E</a:t>
                      </a:r>
                      <a:endParaRPr lang="en-US" sz="2000" b="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78377" marR="78377" marT="39189" marB="3918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…</a:t>
                      </a:r>
                    </a:p>
                  </a:txBody>
                  <a:tcPr marL="78377" marR="78377" marT="39189" marB="3918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x</a:t>
                      </a:r>
                      <a:r>
                        <a:rPr lang="en-US" sz="2000" b="0" i="1" baseline="-250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2</a:t>
                      </a:r>
                      <a:endParaRPr lang="en-US" sz="2000" b="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78377" marR="78377" marT="39189" marB="3918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x</a:t>
                      </a:r>
                      <a:r>
                        <a:rPr lang="en-US" sz="2000" b="0" i="1" baseline="-250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1</a:t>
                      </a:r>
                      <a:endParaRPr lang="en-US" sz="2000" b="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78377" marR="78377" marT="39189" marB="3918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…</a:t>
                      </a:r>
                    </a:p>
                  </a:txBody>
                  <a:tcPr marL="78377" marR="78377" marT="39189" marB="3918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450429"/>
                  </a:ext>
                </a:extLst>
              </a:tr>
            </a:tbl>
          </a:graphicData>
        </a:graphic>
      </p:graphicFrame>
      <p:graphicFrame>
        <p:nvGraphicFramePr>
          <p:cNvPr id="38" name="Table 37">
            <a:extLst>
              <a:ext uri="{FF2B5EF4-FFF2-40B4-BE49-F238E27FC236}">
                <a16:creationId xmlns:a16="http://schemas.microsoft.com/office/drawing/2014/main" id="{D44AF44B-39DB-D6F2-F819-39FF09448B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7948453"/>
              </p:ext>
            </p:extLst>
          </p:nvPr>
        </p:nvGraphicFramePr>
        <p:xfrm>
          <a:off x="11901689" y="13899085"/>
          <a:ext cx="5486400" cy="4001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218868469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489084439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78762339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428047223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136258305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429826711"/>
                    </a:ext>
                  </a:extLst>
                </a:gridCol>
              </a:tblGrid>
              <a:tr h="400110">
                <a:tc>
                  <a:txBody>
                    <a:bodyPr/>
                    <a:lstStyle/>
                    <a:p>
                      <a:pPr algn="ctr"/>
                      <a:endParaRPr lang="en-US" sz="2000" b="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78377" marR="78377" marT="39189" marB="3918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78377" marR="78377" marT="39189" marB="3918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78377" marR="78377" marT="39189" marB="3918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78377" marR="78377" marT="39189" marB="3918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78377" marR="78377" marT="39189" marB="3918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 marL="78377" marR="78377" marT="39189" marB="3918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450429"/>
                  </a:ext>
                </a:extLst>
              </a:tr>
            </a:tbl>
          </a:graphicData>
        </a:graphic>
      </p:graphicFrame>
      <p:sp>
        <p:nvSpPr>
          <p:cNvPr id="40" name="Oval 39">
            <a:extLst>
              <a:ext uri="{FF2B5EF4-FFF2-40B4-BE49-F238E27FC236}">
                <a16:creationId xmlns:a16="http://schemas.microsoft.com/office/drawing/2014/main" id="{65FE00C6-3A2C-A9D7-544E-352B31D458F5}"/>
              </a:ext>
            </a:extLst>
          </p:cNvPr>
          <p:cNvSpPr/>
          <p:nvPr/>
        </p:nvSpPr>
        <p:spPr>
          <a:xfrm>
            <a:off x="13803682" y="11942019"/>
            <a:ext cx="649699" cy="595184"/>
          </a:xfrm>
          <a:prstGeom prst="ellips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b"/>
          <a:lstStyle/>
          <a:p>
            <a:pPr algn="ctr"/>
            <a:r>
              <a:rPr lang="en-US" sz="4400" b="1" dirty="0">
                <a:solidFill>
                  <a:schemeClr val="tx1"/>
                </a:solidFill>
              </a:rPr>
              <a:t>.</a:t>
            </a: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D8F6FA8F-9683-836C-B1DB-71D3B3A10F87}"/>
              </a:ext>
            </a:extLst>
          </p:cNvPr>
          <p:cNvCxnSpPr>
            <a:cxnSpLocks/>
            <a:endCxn id="40" idx="4"/>
          </p:cNvCxnSpPr>
          <p:nvPr/>
        </p:nvCxnSpPr>
        <p:spPr>
          <a:xfrm flipV="1">
            <a:off x="14128531" y="12537203"/>
            <a:ext cx="1" cy="1179329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lg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C78C9CAA-2D99-8A20-CD5E-74B172205BDD}"/>
              </a:ext>
            </a:extLst>
          </p:cNvPr>
          <p:cNvCxnSpPr>
            <a:cxnSpLocks/>
          </p:cNvCxnSpPr>
          <p:nvPr/>
        </p:nvCxnSpPr>
        <p:spPr>
          <a:xfrm flipV="1">
            <a:off x="14106118" y="11001405"/>
            <a:ext cx="0" cy="944349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lg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882DC82C-F3B6-0F7D-105B-47A74F7C4A36}"/>
              </a:ext>
            </a:extLst>
          </p:cNvPr>
          <p:cNvCxnSpPr>
            <a:cxnSpLocks/>
            <a:stCxn id="26" idx="1"/>
            <a:endCxn id="40" idx="6"/>
          </p:cNvCxnSpPr>
          <p:nvPr/>
        </p:nvCxnSpPr>
        <p:spPr>
          <a:xfrm flipH="1">
            <a:off x="14453381" y="12239555"/>
            <a:ext cx="655456" cy="56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lg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AAB1803D-A4F1-E415-889A-66BD8ED11ACA}"/>
              </a:ext>
            </a:extLst>
          </p:cNvPr>
          <p:cNvSpPr txBox="1"/>
          <p:nvPr/>
        </p:nvSpPr>
        <p:spPr>
          <a:xfrm>
            <a:off x="12950686" y="14356900"/>
            <a:ext cx="339374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Input Feature Tensor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4721134-2FF5-3AFC-5642-801036669059}"/>
              </a:ext>
            </a:extLst>
          </p:cNvPr>
          <p:cNvSpPr txBox="1"/>
          <p:nvPr/>
        </p:nvSpPr>
        <p:spPr>
          <a:xfrm>
            <a:off x="12616792" y="12092067"/>
            <a:ext cx="121907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dot product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0FCDBEB-393B-F55C-E8AB-B21B96E43221}"/>
              </a:ext>
            </a:extLst>
          </p:cNvPr>
          <p:cNvSpPr txBox="1"/>
          <p:nvPr/>
        </p:nvSpPr>
        <p:spPr>
          <a:xfrm>
            <a:off x="11350735" y="14190729"/>
            <a:ext cx="6403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c</a:t>
            </a:r>
            <a:r>
              <a:rPr lang="en-US" sz="2800" baseline="-25000" dirty="0">
                <a:latin typeface="Cambria Math" panose="02040503050406030204" pitchFamily="18" charset="0"/>
                <a:ea typeface="Cambria Math" panose="02040503050406030204" pitchFamily="18" charset="0"/>
              </a:rPr>
              <a:t>j-1</a:t>
            </a:r>
            <a:endParaRPr lang="en-US" sz="28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13895F6-9FB4-F98D-8671-9279B07B5D92}"/>
              </a:ext>
            </a:extLst>
          </p:cNvPr>
          <p:cNvCxnSpPr>
            <a:cxnSpLocks/>
          </p:cNvCxnSpPr>
          <p:nvPr/>
        </p:nvCxnSpPr>
        <p:spPr>
          <a:xfrm>
            <a:off x="11555536" y="14014163"/>
            <a:ext cx="358391" cy="413236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3" name="Rectangle 132">
                <a:extLst>
                  <a:ext uri="{FF2B5EF4-FFF2-40B4-BE49-F238E27FC236}">
                    <a16:creationId xmlns:a16="http://schemas.microsoft.com/office/drawing/2014/main" id="{760406A2-BE81-995B-1640-F964D5F37BAD}"/>
                  </a:ext>
                </a:extLst>
              </p:cNvPr>
              <p:cNvSpPr/>
              <p:nvPr/>
            </p:nvSpPr>
            <p:spPr>
              <a:xfrm>
                <a:off x="3530599" y="3144919"/>
                <a:ext cx="6070401" cy="870827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Decoder Block N</a:t>
                </a:r>
              </a:p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2×Conv1D </a:t>
                </a:r>
              </a:p>
              <a:p>
                <a:pPr algn="ctr"/>
                <a:r>
                  <a:rPr lang="en-US" sz="16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(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16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f</m:t>
                    </m:r>
                    <m:r>
                      <m:rPr>
                        <m:nor/>
                      </m:rPr>
                      <a:rPr lang="en-US" sz="1600" b="0" i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ilter</m:t>
                    </m:r>
                    <m:r>
                      <m:rPr>
                        <m:nor/>
                      </m:rPr>
                      <a:rPr lang="en-US" sz="1600" b="0" i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m:rPr>
                        <m:nor/>
                      </m:rPr>
                      <a:rPr lang="en-US" sz="1600" b="0" i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size</m:t>
                    </m:r>
                    <m:r>
                      <m:rPr>
                        <m:nor/>
                      </m:rPr>
                      <a: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160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f</m:t>
                    </m:r>
                  </m:oMath>
                </a14:m>
                <a:r>
                  <a:rPr lang="en-US" sz="16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, number of channels: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en-US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sz="1600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c</m:t>
                            </m:r>
                          </m:e>
                        </m:acc>
                      </m:e>
                      <m:sub>
                        <m:r>
                          <m:rPr>
                            <m:sty m:val="p"/>
                          </m:rPr>
                          <a:rPr lang="en-US" sz="16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</m:oMath>
                </a14:m>
                <a:r>
                  <a:rPr lang="en-US" sz="16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)</a:t>
                </a:r>
              </a:p>
            </p:txBody>
          </p:sp>
        </mc:Choice>
        <mc:Fallback xmlns="">
          <p:sp>
            <p:nvSpPr>
              <p:cNvPr id="133" name="Rectangle 132">
                <a:extLst>
                  <a:ext uri="{FF2B5EF4-FFF2-40B4-BE49-F238E27FC236}">
                    <a16:creationId xmlns:a16="http://schemas.microsoft.com/office/drawing/2014/main" id="{760406A2-BE81-995B-1640-F964D5F37BA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0599" y="3144919"/>
                <a:ext cx="6070401" cy="870827"/>
              </a:xfrm>
              <a:prstGeom prst="rect">
                <a:avLst/>
              </a:prstGeom>
              <a:blipFill>
                <a:blip r:embed="rId13"/>
                <a:stretch>
                  <a:fillRect t="-2778" b="-8333"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2" name="Rectangle 131">
                <a:extLst>
                  <a:ext uri="{FF2B5EF4-FFF2-40B4-BE49-F238E27FC236}">
                    <a16:creationId xmlns:a16="http://schemas.microsoft.com/office/drawing/2014/main" id="{46CDD59A-0599-305F-EBAB-4E28C8132F4A}"/>
                  </a:ext>
                </a:extLst>
              </p:cNvPr>
              <p:cNvSpPr/>
              <p:nvPr/>
            </p:nvSpPr>
            <p:spPr>
              <a:xfrm>
                <a:off x="3530600" y="6082540"/>
                <a:ext cx="6070401" cy="870827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Decoder Block 1</a:t>
                </a:r>
              </a:p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2×Conv1D </a:t>
                </a:r>
              </a:p>
              <a:p>
                <a:pPr algn="ctr"/>
                <a:r>
                  <a:rPr lang="en-US" sz="16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(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16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filter</m:t>
                    </m:r>
                    <m:r>
                      <m:rPr>
                        <m:nor/>
                      </m:rPr>
                      <a:rPr lang="en-US" sz="16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m:rPr>
                        <m:nor/>
                      </m:rPr>
                      <a:rPr lang="en-US" sz="16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size</m:t>
                    </m:r>
                    <m:r>
                      <m:rPr>
                        <m:nor/>
                      </m:rPr>
                      <a:rPr lang="en-US" sz="16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160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f</m:t>
                    </m:r>
                  </m:oMath>
                </a14:m>
                <a:r>
                  <a:rPr lang="en-US" sz="16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, number of channels: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en-US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sz="1600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c</m:t>
                            </m:r>
                          </m:e>
                        </m:acc>
                      </m:e>
                      <m:sub>
                        <m:r>
                          <a:rPr lang="en-US" sz="16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16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)</a:t>
                </a:r>
              </a:p>
            </p:txBody>
          </p:sp>
        </mc:Choice>
        <mc:Fallback xmlns="">
          <p:sp>
            <p:nvSpPr>
              <p:cNvPr id="132" name="Rectangle 131">
                <a:extLst>
                  <a:ext uri="{FF2B5EF4-FFF2-40B4-BE49-F238E27FC236}">
                    <a16:creationId xmlns:a16="http://schemas.microsoft.com/office/drawing/2014/main" id="{46CDD59A-0599-305F-EBAB-4E28C8132F4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0600" y="6082540"/>
                <a:ext cx="6070401" cy="870827"/>
              </a:xfrm>
              <a:prstGeom prst="rect">
                <a:avLst/>
              </a:prstGeom>
              <a:blipFill>
                <a:blip r:embed="rId14"/>
                <a:stretch>
                  <a:fillRect t="-2778" b="-6944"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BE46D32-37B6-5041-9EA0-60BE61A9BF83}"/>
              </a:ext>
            </a:extLst>
          </p:cNvPr>
          <p:cNvCxnSpPr>
            <a:cxnSpLocks/>
          </p:cNvCxnSpPr>
          <p:nvPr/>
        </p:nvCxnSpPr>
        <p:spPr>
          <a:xfrm flipV="1">
            <a:off x="9600542" y="3675591"/>
            <a:ext cx="1717487" cy="4582613"/>
          </a:xfrm>
          <a:prstGeom prst="line">
            <a:avLst/>
          </a:prstGeom>
          <a:ln w="25400" cap="flat" cmpd="sng" algn="ctr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6C00566-7A33-9702-64E9-5634EF26DB5E}"/>
              </a:ext>
            </a:extLst>
          </p:cNvPr>
          <p:cNvCxnSpPr>
            <a:cxnSpLocks/>
          </p:cNvCxnSpPr>
          <p:nvPr/>
        </p:nvCxnSpPr>
        <p:spPr>
          <a:xfrm flipV="1">
            <a:off x="9573629" y="8814253"/>
            <a:ext cx="1716575" cy="309867"/>
          </a:xfrm>
          <a:prstGeom prst="line">
            <a:avLst/>
          </a:prstGeom>
          <a:ln w="25400" cap="flat" cmpd="sng" algn="ctr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83591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2176</TotalTime>
  <Words>181</Words>
  <Application>Microsoft Macintosh PowerPoint</Application>
  <PresentationFormat>Custom</PresentationFormat>
  <Paragraphs>69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Cambria Math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Md Azharul Islam</dc:creator>
  <cp:lastModifiedBy>Danial Faghihi</cp:lastModifiedBy>
  <cp:revision>136</cp:revision>
  <dcterms:created xsi:type="dcterms:W3CDTF">2025-07-17T03:16:32Z</dcterms:created>
  <dcterms:modified xsi:type="dcterms:W3CDTF">2026-04-24T19:12:57Z</dcterms:modified>
</cp:coreProperties>
</file>